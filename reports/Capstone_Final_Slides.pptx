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4" r:id="rId4"/>
    <p:sldMasterId id="214748372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Barlow ExtraLight"/>
      <p:regular r:id="rId21"/>
      <p:bold r:id="rId22"/>
      <p:italic r:id="rId23"/>
      <p:boldItalic r:id="rId24"/>
    </p:embeddedFont>
    <p:embeddedFont>
      <p:font typeface="Lexend Light"/>
      <p:regular r:id="rId25"/>
      <p:bold r:id="rId26"/>
    </p:embeddedFont>
    <p:embeddedFont>
      <p:font typeface="Hepta Slab Medium"/>
      <p:regular r:id="rId27"/>
      <p:bold r:id="rId28"/>
    </p:embeddedFont>
    <p:embeddedFont>
      <p:font typeface="Hepta Slab Light"/>
      <p:regular r:id="rId29"/>
      <p:bold r:id="rId30"/>
    </p:embeddedFont>
    <p:embeddedFont>
      <p:font typeface="Hepta Slab"/>
      <p:regular r:id="rId31"/>
      <p:bold r:id="rId32"/>
    </p:embeddedFont>
    <p:embeddedFont>
      <p:font typeface="Barlow Medium"/>
      <p:regular r:id="rId33"/>
      <p:bold r:id="rId34"/>
      <p:italic r:id="rId35"/>
      <p:boldItalic r:id="rId36"/>
    </p:embeddedFont>
    <p:embeddedFont>
      <p:font typeface="Lexend"/>
      <p:regular r:id="rId37"/>
      <p:bold r:id="rId38"/>
    </p:embeddedFont>
    <p:embeddedFont>
      <p:font typeface="Barlow Light"/>
      <p:regular r:id="rId39"/>
      <p:bold r:id="rId40"/>
      <p:italic r:id="rId41"/>
      <p:boldItalic r:id="rId42"/>
    </p:embeddedFont>
    <p:embeddedFont>
      <p:font typeface="Barlow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Light-bold.fntdata"/><Relationship Id="rId20" Type="http://schemas.openxmlformats.org/officeDocument/2006/relationships/slide" Target="slides/slide14.xml"/><Relationship Id="rId42" Type="http://schemas.openxmlformats.org/officeDocument/2006/relationships/font" Target="fonts/BarlowLight-boldItalic.fntdata"/><Relationship Id="rId41" Type="http://schemas.openxmlformats.org/officeDocument/2006/relationships/font" Target="fonts/BarlowLight-italic.fntdata"/><Relationship Id="rId22" Type="http://schemas.openxmlformats.org/officeDocument/2006/relationships/font" Target="fonts/BarlowExtraLight-bold.fntdata"/><Relationship Id="rId44" Type="http://schemas.openxmlformats.org/officeDocument/2006/relationships/font" Target="fonts/Barlow-bold.fntdata"/><Relationship Id="rId21" Type="http://schemas.openxmlformats.org/officeDocument/2006/relationships/font" Target="fonts/BarlowExtraLight-regular.fntdata"/><Relationship Id="rId43" Type="http://schemas.openxmlformats.org/officeDocument/2006/relationships/font" Target="fonts/Barlow-regular.fntdata"/><Relationship Id="rId24" Type="http://schemas.openxmlformats.org/officeDocument/2006/relationships/font" Target="fonts/BarlowExtraLight-boldItalic.fntdata"/><Relationship Id="rId46" Type="http://schemas.openxmlformats.org/officeDocument/2006/relationships/font" Target="fonts/Barlow-boldItalic.fntdata"/><Relationship Id="rId23" Type="http://schemas.openxmlformats.org/officeDocument/2006/relationships/font" Target="fonts/BarlowExtraLight-italic.fntdata"/><Relationship Id="rId45" Type="http://schemas.openxmlformats.org/officeDocument/2006/relationships/font" Target="fonts/Barlow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LexendLight-bold.fntdata"/><Relationship Id="rId25" Type="http://schemas.openxmlformats.org/officeDocument/2006/relationships/font" Target="fonts/LexendLight-regular.fntdata"/><Relationship Id="rId28" Type="http://schemas.openxmlformats.org/officeDocument/2006/relationships/font" Target="fonts/HeptaSlabMedium-bold.fntdata"/><Relationship Id="rId27" Type="http://schemas.openxmlformats.org/officeDocument/2006/relationships/font" Target="fonts/HeptaSlabMedium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HeptaSlabLigh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HeptaSlab-regular.fntdata"/><Relationship Id="rId30" Type="http://schemas.openxmlformats.org/officeDocument/2006/relationships/font" Target="fonts/HeptaSlabLight-bold.fntdata"/><Relationship Id="rId11" Type="http://schemas.openxmlformats.org/officeDocument/2006/relationships/slide" Target="slides/slide5.xml"/><Relationship Id="rId33" Type="http://schemas.openxmlformats.org/officeDocument/2006/relationships/font" Target="fonts/BarlowMedium-regular.fntdata"/><Relationship Id="rId10" Type="http://schemas.openxmlformats.org/officeDocument/2006/relationships/slide" Target="slides/slide4.xml"/><Relationship Id="rId32" Type="http://schemas.openxmlformats.org/officeDocument/2006/relationships/font" Target="fonts/HeptaSlab-bold.fntdata"/><Relationship Id="rId13" Type="http://schemas.openxmlformats.org/officeDocument/2006/relationships/slide" Target="slides/slide7.xml"/><Relationship Id="rId35" Type="http://schemas.openxmlformats.org/officeDocument/2006/relationships/font" Target="fonts/BarlowMedium-italic.fntdata"/><Relationship Id="rId12" Type="http://schemas.openxmlformats.org/officeDocument/2006/relationships/slide" Target="slides/slide6.xml"/><Relationship Id="rId34" Type="http://schemas.openxmlformats.org/officeDocument/2006/relationships/font" Target="fonts/BarlowMedium-bold.fntdata"/><Relationship Id="rId15" Type="http://schemas.openxmlformats.org/officeDocument/2006/relationships/slide" Target="slides/slide9.xml"/><Relationship Id="rId37" Type="http://schemas.openxmlformats.org/officeDocument/2006/relationships/font" Target="fonts/Lexend-regular.fntdata"/><Relationship Id="rId14" Type="http://schemas.openxmlformats.org/officeDocument/2006/relationships/slide" Target="slides/slide8.xml"/><Relationship Id="rId36" Type="http://schemas.openxmlformats.org/officeDocument/2006/relationships/font" Target="fonts/BarlowMedium-boldItalic.fntdata"/><Relationship Id="rId17" Type="http://schemas.openxmlformats.org/officeDocument/2006/relationships/slide" Target="slides/slide11.xml"/><Relationship Id="rId39" Type="http://schemas.openxmlformats.org/officeDocument/2006/relationships/font" Target="fonts/BarlowLight-regular.fntdata"/><Relationship Id="rId16" Type="http://schemas.openxmlformats.org/officeDocument/2006/relationships/slide" Target="slides/slide10.xml"/><Relationship Id="rId38" Type="http://schemas.openxmlformats.org/officeDocument/2006/relationships/font" Target="fonts/Lexend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8" name="Shape 2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9" name="Google Shape;2179;g3ae7109b2cf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0" name="Google Shape;2180;g3ae7109b2cf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4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Google Shape;2185;g3ae7109b2cf_0_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6" name="Google Shape;2186;g3ae7109b2cf_0_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g3ae7109b2cf_0_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3" name="Google Shape;2213;g3ae7109b2cf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1" name="Shape 2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" name="Google Shape;2222;g3ae7109b2cf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3" name="Google Shape;2223;g3ae7109b2cf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7" name="Shape 2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8" name="Google Shape;2228;g3ae7109b2cf_0_7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9" name="Google Shape;2229;g3ae7109b2cf_0_7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4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g3ae7109b2cf_0_8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6" name="Google Shape;2236;g3ae7109b2cf_0_8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1" name="Shape 2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" name="Google Shape;2242;g3ae7109b2cf_0_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3" name="Google Shape;2243;g3ae7109b2cf_0_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7" name="Shape 2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8" name="Google Shape;2248;g3ae7109b2cf_0_7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9" name="Google Shape;2249;g3ae7109b2cf_0_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6" name="Shape 2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Google Shape;2257;g3ae7109b2cf_0_8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8" name="Google Shape;2258;g3ae7109b2cf_0_8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3" name="Shape 2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4" name="Google Shape;2264;g3ae7109b2cf_0_8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5" name="Google Shape;2265;g3ae7109b2cf_0_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0" name="Shape 2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1" name="Google Shape;2271;g3ae7109b2cf_0_6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2" name="Google Shape;2272;g3ae7109b2cf_0_6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6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7" name="Google Shape;2277;g3ae7109b2cf_0_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8" name="Google Shape;2278;g3ae7109b2cf_0_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5" name="Shape 2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6" name="Google Shape;2286;g3ae7109b2cf_0_8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7" name="Google Shape;2287;g3ae7109b2cf_0_8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6" name="Shape 2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7" name="Google Shape;2297;g3ae7109b2cf_0_8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8" name="Google Shape;2298;g3ae7109b2cf_0_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solid with header">
  <p:cSld name="CUSTOM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" name="Google Shape;12;p2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5767125" y="425525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3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4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3168">
          <p15:clr>
            <a:srgbClr val="E46962"/>
          </p15:clr>
        </p15:guide>
        <p15:guide id="3" orient="horz" pos="936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grid with header">
  <p:cSld name="CUSTOM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9" name="Google Shape;19;p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8" name="Google Shape;78;p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0" name="Google Shape;80;p3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1" name="Google Shape;81;p3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2" name="Google Shape;82;p3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4" type="subTitle"/>
          </p:nvPr>
        </p:nvSpPr>
        <p:spPr>
          <a:xfrm>
            <a:off x="5767125" y="572700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"/>
          <p:cNvSpPr txBox="1"/>
          <p:nvPr>
            <p:ph type="title"/>
          </p:nvPr>
        </p:nvSpPr>
        <p:spPr>
          <a:xfrm>
            <a:off x="208725" y="344175"/>
            <a:ext cx="5340900" cy="18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ith header">
  <p:cSld name="CUSTOM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87" name="Google Shape;87;p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" name="Google Shape;145;p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6" name="Google Shape;146;p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8" name="Google Shape;148;p4"/>
          <p:cNvSpPr txBox="1"/>
          <p:nvPr>
            <p:ph type="title"/>
          </p:nvPr>
        </p:nvSpPr>
        <p:spPr>
          <a:xfrm>
            <a:off x="1579100" y="491225"/>
            <a:ext cx="4966200" cy="7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9" name="Google Shape;149;p4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4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4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orient="horz" pos="720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with header">
  <p:cSld name="CUSTOM_1_1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54" name="Google Shape;154;p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" name="Google Shape;181;p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" name="Google Shape;183;p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" name="Google Shape;186;p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" name="Google Shape;193;p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" name="Google Shape;197;p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8" name="Google Shape;198;p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9" name="Google Shape;199;p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" name="Google Shape;201;p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2" name="Google Shape;202;p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3" name="Google Shape;203;p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5" name="Google Shape;205;p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6" name="Google Shape;206;p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7" name="Google Shape;207;p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8" name="Google Shape;208;p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9" name="Google Shape;209;p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0" name="Google Shape;210;p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1" name="Google Shape;211;p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2" name="Google Shape;212;p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13" name="Google Shape;213;p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5" name="Google Shape;215;p5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5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7" name="Google Shape;217;p5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8" name="Google Shape;218;p5"/>
          <p:cNvSpPr txBox="1"/>
          <p:nvPr>
            <p:ph idx="4" type="subTitle"/>
          </p:nvPr>
        </p:nvSpPr>
        <p:spPr>
          <a:xfrm>
            <a:off x="516425" y="2548200"/>
            <a:ext cx="3736200" cy="12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5"/>
          <p:cNvSpPr txBox="1"/>
          <p:nvPr>
            <p:ph idx="5" type="subTitle"/>
          </p:nvPr>
        </p:nvSpPr>
        <p:spPr>
          <a:xfrm>
            <a:off x="5128850" y="2548200"/>
            <a:ext cx="3679500" cy="12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5"/>
          <p:cNvSpPr txBox="1"/>
          <p:nvPr>
            <p:ph type="title"/>
          </p:nvPr>
        </p:nvSpPr>
        <p:spPr>
          <a:xfrm>
            <a:off x="209775" y="468575"/>
            <a:ext cx="6048900" cy="14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">
  <p:cSld name="CUSTOM_1_1_1_1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223" name="Google Shape;223;p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4" name="Google Shape;224;p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5" name="Google Shape;225;p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6" name="Google Shape;226;p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7" name="Google Shape;227;p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8" name="Google Shape;228;p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9" name="Google Shape;229;p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0" name="Google Shape;230;p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1" name="Google Shape;231;p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2" name="Google Shape;232;p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3" name="Google Shape;233;p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4" name="Google Shape;234;p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5" name="Google Shape;235;p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6" name="Google Shape;236;p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7" name="Google Shape;237;p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8" name="Google Shape;238;p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9" name="Google Shape;239;p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0" name="Google Shape;240;p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1" name="Google Shape;241;p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2" name="Google Shape;242;p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4" name="Google Shape;244;p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5" name="Google Shape;245;p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6" name="Google Shape;246;p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7" name="Google Shape;247;p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8" name="Google Shape;248;p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9" name="Google Shape;249;p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0" name="Google Shape;250;p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1" name="Google Shape;251;p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2" name="Google Shape;252;p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3" name="Google Shape;253;p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4" name="Google Shape;254;p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5" name="Google Shape;255;p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6" name="Google Shape;256;p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7" name="Google Shape;257;p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8" name="Google Shape;258;p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9" name="Google Shape;259;p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0" name="Google Shape;260;p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1" name="Google Shape;261;p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2" name="Google Shape;262;p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3" name="Google Shape;263;p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4" name="Google Shape;264;p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5" name="Google Shape;265;p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6" name="Google Shape;266;p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7" name="Google Shape;267;p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8" name="Google Shape;268;p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9" name="Google Shape;269;p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0" name="Google Shape;270;p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1" name="Google Shape;271;p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2" name="Google Shape;272;p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3" name="Google Shape;273;p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4" name="Google Shape;274;p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5" name="Google Shape;275;p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6" name="Google Shape;276;p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7" name="Google Shape;277;p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8" name="Google Shape;278;p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9" name="Google Shape;279;p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0" name="Google Shape;280;p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1" name="Google Shape;281;p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82" name="Google Shape;282;p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84" name="Google Shape;284;p6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5" name="Google Shape;285;p6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6" name="Google Shape;286;p6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7" name="Google Shape;287;p6"/>
          <p:cNvSpPr txBox="1"/>
          <p:nvPr>
            <p:ph type="title"/>
          </p:nvPr>
        </p:nvSpPr>
        <p:spPr>
          <a:xfrm>
            <a:off x="209775" y="468575"/>
            <a:ext cx="6048900" cy="14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boxes with header">
  <p:cSld name="CUSTOM_1_1_1_1_1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7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290" name="Google Shape;290;p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1" name="Google Shape;291;p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2" name="Google Shape;292;p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3" name="Google Shape;293;p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4" name="Google Shape;294;p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5" name="Google Shape;295;p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6" name="Google Shape;296;p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7" name="Google Shape;297;p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8" name="Google Shape;298;p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9" name="Google Shape;299;p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0" name="Google Shape;300;p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1" name="Google Shape;301;p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2" name="Google Shape;302;p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3" name="Google Shape;303;p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4" name="Google Shape;304;p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5" name="Google Shape;305;p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6" name="Google Shape;306;p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7" name="Google Shape;307;p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8" name="Google Shape;308;p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9" name="Google Shape;309;p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0" name="Google Shape;310;p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6" name="Google Shape;316;p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7" name="Google Shape;317;p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1" name="Google Shape;321;p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2" name="Google Shape;322;p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3" name="Google Shape;323;p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4" name="Google Shape;324;p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6" name="Google Shape;326;p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7" name="Google Shape;327;p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8" name="Google Shape;328;p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1" name="Google Shape;331;p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2" name="Google Shape;332;p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5" name="Google Shape;335;p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6" name="Google Shape;336;p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9" name="Google Shape;339;p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0" name="Google Shape;340;p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1" name="Google Shape;341;p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2" name="Google Shape;342;p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8" name="Google Shape;348;p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49" name="Google Shape;349;p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51" name="Google Shape;351;p7"/>
          <p:cNvSpPr txBox="1"/>
          <p:nvPr>
            <p:ph type="title"/>
          </p:nvPr>
        </p:nvSpPr>
        <p:spPr>
          <a:xfrm>
            <a:off x="209775" y="468575"/>
            <a:ext cx="5016000" cy="13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2" name="Google Shape;352;p7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3" name="Google Shape;353;p7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4" name="Google Shape;354;p7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boxes with header">
  <p:cSld name="CUSTOM_1_1_1_1_1_1_1_1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356;p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357" name="Google Shape;357;p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8" name="Google Shape;358;p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9" name="Google Shape;359;p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0" name="Google Shape;360;p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1" name="Google Shape;361;p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2" name="Google Shape;362;p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3" name="Google Shape;363;p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4" name="Google Shape;364;p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5" name="Google Shape;365;p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6" name="Google Shape;366;p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7" name="Google Shape;367;p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8" name="Google Shape;368;p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0" name="Google Shape;370;p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1" name="Google Shape;371;p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2" name="Google Shape;372;p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3" name="Google Shape;373;p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4" name="Google Shape;374;p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5" name="Google Shape;375;p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6" name="Google Shape;376;p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7" name="Google Shape;377;p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8" name="Google Shape;378;p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9" name="Google Shape;379;p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0" name="Google Shape;380;p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1" name="Google Shape;381;p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2" name="Google Shape;382;p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3" name="Google Shape;383;p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4" name="Google Shape;384;p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5" name="Google Shape;385;p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6" name="Google Shape;386;p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7" name="Google Shape;387;p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8" name="Google Shape;388;p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9" name="Google Shape;389;p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0" name="Google Shape;390;p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1" name="Google Shape;391;p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2" name="Google Shape;392;p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3" name="Google Shape;393;p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4" name="Google Shape;394;p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5" name="Google Shape;395;p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6" name="Google Shape;396;p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7" name="Google Shape;397;p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8" name="Google Shape;398;p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9" name="Google Shape;399;p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0" name="Google Shape;400;p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1" name="Google Shape;401;p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2" name="Google Shape;402;p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3" name="Google Shape;403;p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4" name="Google Shape;404;p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5" name="Google Shape;405;p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6" name="Google Shape;406;p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7" name="Google Shape;407;p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8" name="Google Shape;408;p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9" name="Google Shape;409;p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0" name="Google Shape;410;p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1" name="Google Shape;411;p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2" name="Google Shape;412;p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3" name="Google Shape;413;p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4" name="Google Shape;414;p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5" name="Google Shape;415;p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16" name="Google Shape;416;p8"/>
          <p:cNvSpPr txBox="1"/>
          <p:nvPr>
            <p:ph type="title"/>
          </p:nvPr>
        </p:nvSpPr>
        <p:spPr>
          <a:xfrm>
            <a:off x="209775" y="468575"/>
            <a:ext cx="5016000" cy="6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7" name="Google Shape;417;p8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418" name="Google Shape;418;p8"/>
          <p:cNvSpPr txBox="1"/>
          <p:nvPr/>
        </p:nvSpPr>
        <p:spPr>
          <a:xfrm>
            <a:off x="0" y="-39600"/>
            <a:ext cx="26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▶ </a:t>
            </a:r>
            <a:endParaRPr b="1" sz="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8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21" name="Google Shape;421;p8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22" name="Google Shape;422;p8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3" name="Google Shape;423;p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1_1_1_1_1_1_1_1_1_1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5" name="Google Shape;425;p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426" name="Google Shape;426;p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7" name="Google Shape;427;p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8" name="Google Shape;428;p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9" name="Google Shape;429;p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0" name="Google Shape;430;p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1" name="Google Shape;431;p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2" name="Google Shape;432;p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3" name="Google Shape;433;p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4" name="Google Shape;434;p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5" name="Google Shape;435;p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6" name="Google Shape;436;p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7" name="Google Shape;437;p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8" name="Google Shape;438;p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9" name="Google Shape;439;p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0" name="Google Shape;440;p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1" name="Google Shape;441;p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2" name="Google Shape;442;p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3" name="Google Shape;443;p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4" name="Google Shape;444;p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5" name="Google Shape;445;p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1" name="Google Shape;451;p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2" name="Google Shape;452;p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6" name="Google Shape;456;p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7" name="Google Shape;457;p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8" name="Google Shape;458;p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9" name="Google Shape;459;p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0" name="Google Shape;460;p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1" name="Google Shape;461;p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2" name="Google Shape;462;p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3" name="Google Shape;463;p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6" name="Google Shape;466;p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7" name="Google Shape;467;p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0" name="Google Shape;470;p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1" name="Google Shape;471;p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4" name="Google Shape;474;p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5" name="Google Shape;475;p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6" name="Google Shape;476;p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7" name="Google Shape;477;p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3" name="Google Shape;483;p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4" name="Google Shape;484;p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85" name="Google Shape;485;p9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486" name="Google Shape;486;p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9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8" name="Google Shape;488;p9"/>
          <p:cNvSpPr txBox="1"/>
          <p:nvPr>
            <p:ph idx="1" type="subTitle"/>
          </p:nvPr>
        </p:nvSpPr>
        <p:spPr>
          <a:xfrm>
            <a:off x="5767125" y="425525"/>
            <a:ext cx="3238500" cy="35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9" name="Google Shape;489;p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1_1_1_1_1_1_1_1_1_1_1"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" name="Google Shape;491;p1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492" name="Google Shape;492;p1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3" name="Google Shape;493;p1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4" name="Google Shape;494;p1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5" name="Google Shape;495;p1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6" name="Google Shape;496;p1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7" name="Google Shape;497;p1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8" name="Google Shape;498;p1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9" name="Google Shape;499;p1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0" name="Google Shape;500;p1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1" name="Google Shape;501;p1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2" name="Google Shape;502;p1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3" name="Google Shape;503;p1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4" name="Google Shape;504;p1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5" name="Google Shape;505;p1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6" name="Google Shape;506;p1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7" name="Google Shape;507;p1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1" name="Google Shape;511;p1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2" name="Google Shape;512;p1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3" name="Google Shape;513;p1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4" name="Google Shape;514;p1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5" name="Google Shape;515;p1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6" name="Google Shape;516;p1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7" name="Google Shape;517;p1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8" name="Google Shape;518;p1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9" name="Google Shape;519;p1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0" name="Google Shape;520;p1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1" name="Google Shape;521;p1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7" name="Google Shape;527;p1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8" name="Google Shape;528;p1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2" name="Google Shape;532;p1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3" name="Google Shape;533;p1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7" name="Google Shape;537;p1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8" name="Google Shape;538;p1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1" name="Google Shape;541;p1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2" name="Google Shape;542;p1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5" name="Google Shape;545;p1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6" name="Google Shape;546;p1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7" name="Google Shape;547;p1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8" name="Google Shape;548;p1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9" name="Google Shape;549;p1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0" name="Google Shape;550;p1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51" name="Google Shape;551;p1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552" name="Google Shape;552;p1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0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4" name="Google Shape;554;p1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_1_1_1_1_1_1_1_1_1_2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6" name="Google Shape;556;p1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557" name="Google Shape;557;p1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2" name="Google Shape;562;p1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3" name="Google Shape;563;p1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7" name="Google Shape;567;p1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8" name="Google Shape;568;p1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2" name="Google Shape;572;p1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3" name="Google Shape;573;p1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4" name="Google Shape;574;p1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5" name="Google Shape;575;p1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6" name="Google Shape;576;p1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7" name="Google Shape;577;p1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8" name="Google Shape;578;p1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9" name="Google Shape;579;p1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0" name="Google Shape;580;p1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3" name="Google Shape;583;p1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4" name="Google Shape;584;p1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5" name="Google Shape;585;p1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6" name="Google Shape;586;p1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7" name="Google Shape;587;p1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3" name="Google Shape;593;p1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4" name="Google Shape;594;p1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8" name="Google Shape;598;p1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9" name="Google Shape;599;p1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3" name="Google Shape;603;p1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4" name="Google Shape;604;p1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5" name="Google Shape;605;p1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6" name="Google Shape;606;p1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7" name="Google Shape;607;p1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8" name="Google Shape;608;p1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9" name="Google Shape;609;p1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0" name="Google Shape;610;p1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3" name="Google Shape;613;p1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4" name="Google Shape;614;p1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16" name="Google Shape;616;p1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617" name="Google Shape;617;p1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1"/>
          <p:cNvSpPr txBox="1"/>
          <p:nvPr>
            <p:ph type="title"/>
          </p:nvPr>
        </p:nvSpPr>
        <p:spPr>
          <a:xfrm>
            <a:off x="208725" y="344175"/>
            <a:ext cx="76404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9" name="Google Shape;619;p11"/>
          <p:cNvSpPr txBox="1"/>
          <p:nvPr>
            <p:ph idx="1" type="body"/>
          </p:nvPr>
        </p:nvSpPr>
        <p:spPr>
          <a:xfrm>
            <a:off x="208725" y="2320375"/>
            <a:ext cx="73539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20" name="Google Shape;620;p1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1_1_1_1_1_1_1_1_1_1_2_1"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2" name="Google Shape;622;p12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623" name="Google Shape;623;p12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4" name="Google Shape;624;p12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5" name="Google Shape;625;p12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6" name="Google Shape;626;p12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7" name="Google Shape;627;p12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8" name="Google Shape;628;p12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9" name="Google Shape;629;p12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0" name="Google Shape;630;p12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1" name="Google Shape;631;p12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2" name="Google Shape;632;p12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3" name="Google Shape;633;p12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4" name="Google Shape;634;p12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5" name="Google Shape;635;p12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6" name="Google Shape;636;p12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7" name="Google Shape;637;p12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8" name="Google Shape;638;p12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9" name="Google Shape;639;p12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0" name="Google Shape;640;p12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1" name="Google Shape;641;p12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2" name="Google Shape;642;p12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3" name="Google Shape;643;p12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4" name="Google Shape;644;p12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5" name="Google Shape;645;p12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6" name="Google Shape;646;p12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7" name="Google Shape;647;p12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8" name="Google Shape;648;p12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9" name="Google Shape;649;p12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0" name="Google Shape;650;p12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1" name="Google Shape;651;p12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2" name="Google Shape;652;p12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3" name="Google Shape;653;p12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4" name="Google Shape;654;p12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5" name="Google Shape;655;p12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6" name="Google Shape;656;p12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7" name="Google Shape;657;p12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8" name="Google Shape;658;p12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9" name="Google Shape;659;p12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0" name="Google Shape;660;p12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1" name="Google Shape;661;p12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2" name="Google Shape;662;p12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3" name="Google Shape;663;p12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4" name="Google Shape;664;p12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5" name="Google Shape;665;p12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6" name="Google Shape;666;p12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7" name="Google Shape;667;p12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8" name="Google Shape;668;p12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9" name="Google Shape;669;p12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0" name="Google Shape;670;p12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1" name="Google Shape;671;p12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2" name="Google Shape;672;p12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3" name="Google Shape;673;p12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4" name="Google Shape;674;p12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5" name="Google Shape;675;p12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6" name="Google Shape;676;p12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7" name="Google Shape;677;p12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8" name="Google Shape;678;p12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9" name="Google Shape;679;p12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0" name="Google Shape;680;p12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1" name="Google Shape;681;p12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82" name="Google Shape;682;p1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683" name="Google Shape;683;p1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2"/>
          <p:cNvSpPr txBox="1"/>
          <p:nvPr>
            <p:ph type="title"/>
          </p:nvPr>
        </p:nvSpPr>
        <p:spPr>
          <a:xfrm>
            <a:off x="208725" y="344175"/>
            <a:ext cx="74184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5" name="Google Shape;685;p12"/>
          <p:cNvSpPr txBox="1"/>
          <p:nvPr>
            <p:ph idx="1" type="body"/>
          </p:nvPr>
        </p:nvSpPr>
        <p:spPr>
          <a:xfrm>
            <a:off x="208725" y="2320375"/>
            <a:ext cx="42549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86" name="Google Shape;686;p12"/>
          <p:cNvSpPr txBox="1"/>
          <p:nvPr>
            <p:ph idx="2" type="body"/>
          </p:nvPr>
        </p:nvSpPr>
        <p:spPr>
          <a:xfrm>
            <a:off x="4684150" y="2320375"/>
            <a:ext cx="42549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87" name="Google Shape;687;p1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1_1_1_1_1_1_1_1_1_1_2_1_1"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9" name="Google Shape;689;p1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690" name="Google Shape;690;p1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1" name="Google Shape;691;p1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2" name="Google Shape;692;p1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3" name="Google Shape;693;p1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4" name="Google Shape;694;p1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5" name="Google Shape;695;p1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6" name="Google Shape;696;p1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7" name="Google Shape;697;p1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8" name="Google Shape;698;p1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9" name="Google Shape;699;p1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0" name="Google Shape;700;p1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1" name="Google Shape;701;p1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2" name="Google Shape;702;p1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3" name="Google Shape;703;p1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4" name="Google Shape;704;p1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5" name="Google Shape;705;p1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6" name="Google Shape;706;p1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7" name="Google Shape;707;p1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8" name="Google Shape;708;p1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9" name="Google Shape;709;p1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0" name="Google Shape;710;p1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1" name="Google Shape;711;p1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2" name="Google Shape;712;p1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3" name="Google Shape;713;p1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4" name="Google Shape;714;p1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5" name="Google Shape;715;p1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6" name="Google Shape;716;p1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7" name="Google Shape;717;p1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8" name="Google Shape;718;p1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9" name="Google Shape;719;p1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0" name="Google Shape;720;p1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1" name="Google Shape;721;p1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2" name="Google Shape;722;p1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3" name="Google Shape;723;p1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4" name="Google Shape;724;p1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5" name="Google Shape;725;p1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6" name="Google Shape;726;p1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7" name="Google Shape;727;p1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8" name="Google Shape;728;p1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9" name="Google Shape;729;p1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0" name="Google Shape;730;p1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1" name="Google Shape;731;p1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2" name="Google Shape;732;p1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3" name="Google Shape;733;p1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4" name="Google Shape;734;p1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5" name="Google Shape;735;p1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6" name="Google Shape;736;p1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7" name="Google Shape;737;p1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8" name="Google Shape;738;p1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9" name="Google Shape;739;p1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0" name="Google Shape;740;p1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1" name="Google Shape;741;p1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2" name="Google Shape;742;p1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3" name="Google Shape;743;p1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4" name="Google Shape;744;p1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5" name="Google Shape;745;p1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6" name="Google Shape;746;p1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7" name="Google Shape;747;p1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8" name="Google Shape;748;p1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49" name="Google Shape;749;p13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750" name="Google Shape;750;p1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3"/>
          <p:cNvSpPr txBox="1"/>
          <p:nvPr>
            <p:ph type="title"/>
          </p:nvPr>
        </p:nvSpPr>
        <p:spPr>
          <a:xfrm>
            <a:off x="208725" y="344175"/>
            <a:ext cx="76011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2" name="Google Shape;752;p1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CUSTOM_1_1_1_1_1_1_1_1_1_1_2_1_1_1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4" name="Google Shape;754;p1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755" name="Google Shape;755;p1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6" name="Google Shape;756;p1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7" name="Google Shape;757;p1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8" name="Google Shape;758;p1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9" name="Google Shape;759;p1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0" name="Google Shape;760;p1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1" name="Google Shape;761;p1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2" name="Google Shape;762;p1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3" name="Google Shape;763;p1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4" name="Google Shape;764;p1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5" name="Google Shape;765;p1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6" name="Google Shape;766;p1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7" name="Google Shape;767;p1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8" name="Google Shape;768;p1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9" name="Google Shape;769;p1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0" name="Google Shape;770;p1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1" name="Google Shape;771;p1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2" name="Google Shape;772;p1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3" name="Google Shape;773;p1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4" name="Google Shape;774;p1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5" name="Google Shape;775;p1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6" name="Google Shape;776;p1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7" name="Google Shape;777;p1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8" name="Google Shape;778;p1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9" name="Google Shape;779;p1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0" name="Google Shape;780;p1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1" name="Google Shape;781;p1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2" name="Google Shape;782;p1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3" name="Google Shape;783;p1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4" name="Google Shape;784;p1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5" name="Google Shape;785;p1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6" name="Google Shape;786;p1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7" name="Google Shape;787;p1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8" name="Google Shape;788;p1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9" name="Google Shape;789;p1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0" name="Google Shape;790;p1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1" name="Google Shape;791;p1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2" name="Google Shape;792;p1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3" name="Google Shape;793;p1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4" name="Google Shape;794;p1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5" name="Google Shape;795;p1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6" name="Google Shape;796;p1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7" name="Google Shape;797;p1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8" name="Google Shape;798;p1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9" name="Google Shape;799;p1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0" name="Google Shape;800;p1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1" name="Google Shape;801;p1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2" name="Google Shape;802;p1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3" name="Google Shape;803;p1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4" name="Google Shape;804;p1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5" name="Google Shape;805;p1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6" name="Google Shape;806;p1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7" name="Google Shape;807;p1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8" name="Google Shape;808;p1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9" name="Google Shape;809;p1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0" name="Google Shape;810;p1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1" name="Google Shape;811;p1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2" name="Google Shape;812;p1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3" name="Google Shape;813;p1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14" name="Google Shape;814;p14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815" name="Google Shape;815;p1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14"/>
          <p:cNvSpPr txBox="1"/>
          <p:nvPr>
            <p:ph type="title"/>
          </p:nvPr>
        </p:nvSpPr>
        <p:spPr>
          <a:xfrm>
            <a:off x="208725" y="344175"/>
            <a:ext cx="55584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7" name="Google Shape;817;p14"/>
          <p:cNvSpPr txBox="1"/>
          <p:nvPr>
            <p:ph idx="1" type="subTitle"/>
          </p:nvPr>
        </p:nvSpPr>
        <p:spPr>
          <a:xfrm>
            <a:off x="5767125" y="425525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8" name="Google Shape;818;p14"/>
          <p:cNvSpPr txBox="1"/>
          <p:nvPr>
            <p:ph idx="2" type="body"/>
          </p:nvPr>
        </p:nvSpPr>
        <p:spPr>
          <a:xfrm>
            <a:off x="208725" y="3050325"/>
            <a:ext cx="6666600" cy="18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819" name="Google Shape;819;p1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1_1_1_1_1_1_1_1_1_1_2_1_1_1_1"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1" name="Google Shape;821;p1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822" name="Google Shape;822;p1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3" name="Google Shape;823;p1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4" name="Google Shape;824;p1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5" name="Google Shape;825;p1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6" name="Google Shape;826;p1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7" name="Google Shape;827;p1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8" name="Google Shape;828;p1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9" name="Google Shape;829;p1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0" name="Google Shape;830;p1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1" name="Google Shape;831;p1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2" name="Google Shape;832;p1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3" name="Google Shape;833;p1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4" name="Google Shape;834;p1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5" name="Google Shape;835;p1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6" name="Google Shape;836;p1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7" name="Google Shape;837;p1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8" name="Google Shape;838;p1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9" name="Google Shape;839;p1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0" name="Google Shape;840;p1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1" name="Google Shape;841;p1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2" name="Google Shape;842;p1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3" name="Google Shape;843;p1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4" name="Google Shape;844;p1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5" name="Google Shape;845;p1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6" name="Google Shape;846;p1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7" name="Google Shape;847;p1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8" name="Google Shape;848;p1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9" name="Google Shape;849;p1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0" name="Google Shape;850;p1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1" name="Google Shape;851;p1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2" name="Google Shape;852;p1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3" name="Google Shape;853;p1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4" name="Google Shape;854;p1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5" name="Google Shape;855;p1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6" name="Google Shape;856;p1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7" name="Google Shape;857;p1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8" name="Google Shape;858;p1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9" name="Google Shape;859;p1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0" name="Google Shape;860;p1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1" name="Google Shape;861;p1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2" name="Google Shape;862;p1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3" name="Google Shape;863;p1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4" name="Google Shape;864;p1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5" name="Google Shape;865;p1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6" name="Google Shape;866;p1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7" name="Google Shape;867;p1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8" name="Google Shape;868;p1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9" name="Google Shape;869;p1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0" name="Google Shape;870;p1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1" name="Google Shape;871;p1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2" name="Google Shape;872;p1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3" name="Google Shape;873;p1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4" name="Google Shape;874;p1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5" name="Google Shape;875;p1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6" name="Google Shape;876;p1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7" name="Google Shape;877;p1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8" name="Google Shape;878;p1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9" name="Google Shape;879;p1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0" name="Google Shape;880;p1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81" name="Google Shape;881;p15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882" name="Google Shape;882;p1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15"/>
          <p:cNvSpPr txBox="1"/>
          <p:nvPr>
            <p:ph type="title"/>
          </p:nvPr>
        </p:nvSpPr>
        <p:spPr>
          <a:xfrm>
            <a:off x="836250" y="1569150"/>
            <a:ext cx="74715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4" name="Google Shape;884;p1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1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87" name="Google Shape;887;p1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8" name="Google Shape;8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2" name="Google Shape;892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93" name="Google Shape;893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894" name="Google Shape;89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1_1_1_1_1_1_1_1_1_1_2_1_1_1_1_1"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6" name="Google Shape;896;p1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897" name="Google Shape;897;p1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0" name="Google Shape;900;p1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1" name="Google Shape;901;p1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2" name="Google Shape;902;p1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3" name="Google Shape;903;p1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4" name="Google Shape;904;p1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5" name="Google Shape;905;p1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6" name="Google Shape;906;p1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7" name="Google Shape;907;p1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8" name="Google Shape;908;p1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1" name="Google Shape;911;p1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2" name="Google Shape;912;p1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3" name="Google Shape;913;p1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4" name="Google Shape;914;p1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5" name="Google Shape;915;p1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6" name="Google Shape;916;p1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7" name="Google Shape;917;p1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8" name="Google Shape;918;p1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9" name="Google Shape;919;p1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0" name="Google Shape;920;p1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1" name="Google Shape;921;p1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2" name="Google Shape;922;p1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3" name="Google Shape;923;p1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4" name="Google Shape;924;p1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5" name="Google Shape;925;p1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6" name="Google Shape;926;p1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7" name="Google Shape;927;p1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8" name="Google Shape;928;p1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9" name="Google Shape;929;p1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0" name="Google Shape;930;p1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1" name="Google Shape;931;p1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2" name="Google Shape;932;p1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3" name="Google Shape;933;p1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4" name="Google Shape;934;p1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5" name="Google Shape;935;p1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6" name="Google Shape;936;p1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7" name="Google Shape;937;p1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8" name="Google Shape;938;p1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9" name="Google Shape;939;p1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0" name="Google Shape;940;p1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1" name="Google Shape;941;p1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2" name="Google Shape;942;p1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3" name="Google Shape;943;p1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4" name="Google Shape;944;p1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5" name="Google Shape;945;p1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6" name="Google Shape;946;p1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7" name="Google Shape;947;p1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8" name="Google Shape;948;p1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9" name="Google Shape;949;p1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0" name="Google Shape;950;p1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1" name="Google Shape;951;p1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2" name="Google Shape;952;p1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3" name="Google Shape;953;p1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4" name="Google Shape;954;p1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5" name="Google Shape;955;p1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56" name="Google Shape;956;p18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957" name="Google Shape;957;p1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18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9" name="Google Shape;959;p18"/>
          <p:cNvSpPr txBox="1"/>
          <p:nvPr>
            <p:ph idx="1" type="subTitle"/>
          </p:nvPr>
        </p:nvSpPr>
        <p:spPr>
          <a:xfrm>
            <a:off x="208725" y="2464950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0" name="Google Shape;960;p1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1_1_1_1_1_1_1_1_1_1_2_1_1_1_1_1_1"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2" name="Google Shape;962;p1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963" name="Google Shape;963;p1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7" name="Google Shape;967;p1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8" name="Google Shape;968;p1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9" name="Google Shape;969;p1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0" name="Google Shape;970;p1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1" name="Google Shape;971;p1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2" name="Google Shape;972;p1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3" name="Google Shape;973;p1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4" name="Google Shape;974;p1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7" name="Google Shape;977;p1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8" name="Google Shape;978;p1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1" name="Google Shape;981;p1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2" name="Google Shape;982;p1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5" name="Google Shape;985;p1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6" name="Google Shape;986;p1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7" name="Google Shape;987;p1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8" name="Google Shape;988;p1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9" name="Google Shape;989;p1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0" name="Google Shape;990;p1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1" name="Google Shape;991;p1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2" name="Google Shape;992;p1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3" name="Google Shape;993;p1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4" name="Google Shape;994;p1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5" name="Google Shape;995;p1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6" name="Google Shape;996;p1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7" name="Google Shape;997;p1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8" name="Google Shape;998;p1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9" name="Google Shape;999;p1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0" name="Google Shape;1000;p1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1" name="Google Shape;1001;p1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2" name="Google Shape;1002;p1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3" name="Google Shape;1003;p1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4" name="Google Shape;1004;p1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5" name="Google Shape;1005;p1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6" name="Google Shape;1006;p1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7" name="Google Shape;1007;p1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8" name="Google Shape;1008;p1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9" name="Google Shape;1009;p1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0" name="Google Shape;1010;p1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1" name="Google Shape;1011;p1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2" name="Google Shape;1012;p1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3" name="Google Shape;1013;p1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4" name="Google Shape;1014;p1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5" name="Google Shape;1015;p1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6" name="Google Shape;1016;p1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7" name="Google Shape;1017;p1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8" name="Google Shape;1018;p1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9" name="Google Shape;1019;p1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0" name="Google Shape;1020;p1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1" name="Google Shape;1021;p1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22" name="Google Shape;1022;p19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023" name="Google Shape;1023;p1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19"/>
          <p:cNvSpPr txBox="1"/>
          <p:nvPr>
            <p:ph idx="1" type="body"/>
          </p:nvPr>
        </p:nvSpPr>
        <p:spPr>
          <a:xfrm>
            <a:off x="1578900" y="1135050"/>
            <a:ext cx="5986200" cy="28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025" name="Google Shape;1025;p1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1_1_1_1_1_1_1_1_1_1_2_1_1_1_1_1_1_1"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7" name="Google Shape;1027;p2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028" name="Google Shape;1028;p2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4" name="Google Shape;1034;p2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5" name="Google Shape;1035;p2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9" name="Google Shape;1039;p2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0" name="Google Shape;1040;p2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4" name="Google Shape;1044;p2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5" name="Google Shape;1045;p2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6" name="Google Shape;1046;p2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7" name="Google Shape;1047;p2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8" name="Google Shape;1048;p2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9" name="Google Shape;1049;p2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0" name="Google Shape;1050;p2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1" name="Google Shape;1051;p2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4" name="Google Shape;1054;p2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5" name="Google Shape;1055;p2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8" name="Google Shape;1058;p2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9" name="Google Shape;1059;p2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2" name="Google Shape;1062;p2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3" name="Google Shape;1063;p2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4" name="Google Shape;1064;p2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5" name="Google Shape;1065;p2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6" name="Google Shape;1066;p2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7" name="Google Shape;1067;p2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8" name="Google Shape;1068;p2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9" name="Google Shape;1069;p2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0" name="Google Shape;1070;p2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1" name="Google Shape;1071;p2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2" name="Google Shape;1072;p2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3" name="Google Shape;1073;p2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4" name="Google Shape;1074;p2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5" name="Google Shape;1075;p2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6" name="Google Shape;1076;p2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7" name="Google Shape;1077;p2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8" name="Google Shape;1078;p2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9" name="Google Shape;1079;p2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0" name="Google Shape;1080;p2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1" name="Google Shape;1081;p2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2" name="Google Shape;1082;p2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3" name="Google Shape;1083;p2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4" name="Google Shape;1084;p2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5" name="Google Shape;1085;p2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6" name="Google Shape;1086;p2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87" name="Google Shape;1087;p2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088" name="Google Shape;1088;p2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20"/>
          <p:cNvSpPr txBox="1"/>
          <p:nvPr>
            <p:ph idx="1" type="body"/>
          </p:nvPr>
        </p:nvSpPr>
        <p:spPr>
          <a:xfrm>
            <a:off x="2919350" y="1423650"/>
            <a:ext cx="5986200" cy="28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090" name="Google Shape;1090;p20"/>
          <p:cNvSpPr txBox="1"/>
          <p:nvPr>
            <p:ph type="title"/>
          </p:nvPr>
        </p:nvSpPr>
        <p:spPr>
          <a:xfrm>
            <a:off x="221150" y="1423650"/>
            <a:ext cx="2510100" cy="22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1" name="Google Shape;1091;p2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grid">
  <p:cSld name="CUSTOM_1_1_1_1_1_1_1_1_1_1_2_1_1_1_1_1_1_1_1"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3" name="Google Shape;1093;p2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094" name="Google Shape;1094;p2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5" name="Google Shape;1095;p2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6" name="Google Shape;1096;p2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7" name="Google Shape;1097;p2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8" name="Google Shape;1098;p2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9" name="Google Shape;1099;p2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0" name="Google Shape;1100;p2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1" name="Google Shape;1101;p2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2" name="Google Shape;1102;p2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3" name="Google Shape;1103;p2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4" name="Google Shape;1104;p2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5" name="Google Shape;1105;p2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6" name="Google Shape;1106;p2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7" name="Google Shape;1107;p2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8" name="Google Shape;1108;p2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9" name="Google Shape;1109;p2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0" name="Google Shape;1110;p2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1" name="Google Shape;1111;p2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2" name="Google Shape;1112;p2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3" name="Google Shape;1113;p2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4" name="Google Shape;1114;p2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5" name="Google Shape;1115;p2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6" name="Google Shape;1116;p2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7" name="Google Shape;1117;p2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8" name="Google Shape;1118;p2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9" name="Google Shape;1119;p2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0" name="Google Shape;1120;p2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1" name="Google Shape;1121;p2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2" name="Google Shape;1122;p2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3" name="Google Shape;1123;p2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4" name="Google Shape;1124;p2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5" name="Google Shape;1125;p2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6" name="Google Shape;1126;p2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7" name="Google Shape;1127;p2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8" name="Google Shape;1128;p2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9" name="Google Shape;1129;p2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0" name="Google Shape;1130;p2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1" name="Google Shape;1131;p2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2" name="Google Shape;1132;p2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3" name="Google Shape;1133;p2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4" name="Google Shape;1134;p2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5" name="Google Shape;1135;p2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6" name="Google Shape;1136;p2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7" name="Google Shape;1137;p2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8" name="Google Shape;1138;p2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9" name="Google Shape;1139;p2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0" name="Google Shape;1140;p2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1" name="Google Shape;1141;p2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2" name="Google Shape;1142;p2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3" name="Google Shape;1143;p2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4" name="Google Shape;1144;p2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5" name="Google Shape;1145;p2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6" name="Google Shape;1146;p2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7" name="Google Shape;1147;p2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8" name="Google Shape;1148;p2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9" name="Google Shape;1149;p2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0" name="Google Shape;1150;p2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1" name="Google Shape;1151;p2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2" name="Google Shape;1152;p2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53" name="Google Shape;1153;p2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154" name="Google Shape;1154;p2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2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1_1_1_1_1_1_1_1_1_1_2_1_1_1_1_1_1_1_1_1"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2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158" name="Google Shape;1158;p2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2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1_1_1_1_1_1_1_1_1_1_2_1_1_1_1_1_1_1_1_1_1"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23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162" name="Google Shape;1162;p2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163" name="Google Shape;1163;p2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5" name="Google Shape;1165;p2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6" name="Google Shape;1166;p2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0" name="Google Shape;1170;p2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1" name="Google Shape;1171;p2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5" name="Google Shape;1175;p2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6" name="Google Shape;1176;p2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9" name="Google Shape;1179;p2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0" name="Google Shape;1180;p2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3" name="Google Shape;1183;p2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4" name="Google Shape;1184;p2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5" name="Google Shape;1185;p2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6" name="Google Shape;1186;p2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7" name="Google Shape;1187;p2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8" name="Google Shape;1188;p2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9" name="Google Shape;1189;p2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0" name="Google Shape;1190;p2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1" name="Google Shape;1191;p2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2" name="Google Shape;1192;p2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3" name="Google Shape;1193;p2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4" name="Google Shape;1194;p2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5" name="Google Shape;1195;p2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6" name="Google Shape;1196;p2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7" name="Google Shape;1197;p2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8" name="Google Shape;1198;p2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9" name="Google Shape;1199;p2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0" name="Google Shape;1200;p2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1" name="Google Shape;1201;p2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2" name="Google Shape;1202;p2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3" name="Google Shape;1203;p2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4" name="Google Shape;1204;p2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5" name="Google Shape;1205;p2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6" name="Google Shape;1206;p2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7" name="Google Shape;1207;p2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8" name="Google Shape;1208;p2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9" name="Google Shape;1209;p2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0" name="Google Shape;1210;p2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1" name="Google Shape;1211;p2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2" name="Google Shape;1212;p2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3" name="Google Shape;1213;p2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4" name="Google Shape;1214;p2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5" name="Google Shape;1215;p2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6" name="Google Shape;1216;p2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7" name="Google Shape;1217;p2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8" name="Google Shape;1218;p2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9" name="Google Shape;1219;p2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0" name="Google Shape;1220;p2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1" name="Google Shape;1221;p2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22" name="Google Shape;1222;p2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23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4" name="Google Shape;1224;p23"/>
          <p:cNvSpPr txBox="1"/>
          <p:nvPr>
            <p:ph idx="1" type="subTitle"/>
          </p:nvPr>
        </p:nvSpPr>
        <p:spPr>
          <a:xfrm>
            <a:off x="208725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5" name="Google Shape;1225;p23"/>
          <p:cNvSpPr txBox="1"/>
          <p:nvPr>
            <p:ph idx="2" type="subTitle"/>
          </p:nvPr>
        </p:nvSpPr>
        <p:spPr>
          <a:xfrm>
            <a:off x="3281550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6" name="Google Shape;1226;p23"/>
          <p:cNvSpPr txBox="1"/>
          <p:nvPr>
            <p:ph idx="3" type="subTitle"/>
          </p:nvPr>
        </p:nvSpPr>
        <p:spPr>
          <a:xfrm>
            <a:off x="6354375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7" name="Google Shape;1227;p23"/>
          <p:cNvSpPr txBox="1"/>
          <p:nvPr>
            <p:ph idx="4" type="subTitle"/>
          </p:nvPr>
        </p:nvSpPr>
        <p:spPr>
          <a:xfrm>
            <a:off x="208725" y="36598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8" name="Google Shape;1228;p23"/>
          <p:cNvSpPr txBox="1"/>
          <p:nvPr>
            <p:ph idx="5" type="subTitle"/>
          </p:nvPr>
        </p:nvSpPr>
        <p:spPr>
          <a:xfrm>
            <a:off x="3281550" y="36598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9" name="Google Shape;1229;p23"/>
          <p:cNvSpPr txBox="1"/>
          <p:nvPr>
            <p:ph idx="6" type="subTitle"/>
          </p:nvPr>
        </p:nvSpPr>
        <p:spPr>
          <a:xfrm>
            <a:off x="6354375" y="36598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0" name="Google Shape;1230;p2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1_1_1_1_1_1_1_1_1_1_2_1_1_1_1_1_1_1_1_1_1_1"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24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233" name="Google Shape;1233;p2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234" name="Google Shape;1234;p2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5" name="Google Shape;1235;p2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6" name="Google Shape;1236;p2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7" name="Google Shape;1237;p2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8" name="Google Shape;1238;p2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9" name="Google Shape;1239;p2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0" name="Google Shape;1240;p2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1" name="Google Shape;1241;p2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2" name="Google Shape;1242;p2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3" name="Google Shape;1243;p2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4" name="Google Shape;1244;p2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5" name="Google Shape;1245;p2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6" name="Google Shape;1246;p2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7" name="Google Shape;1247;p2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8" name="Google Shape;1248;p2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9" name="Google Shape;1249;p2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0" name="Google Shape;1250;p2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1" name="Google Shape;1251;p2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2" name="Google Shape;1252;p2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3" name="Google Shape;1253;p2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4" name="Google Shape;1254;p2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5" name="Google Shape;1255;p2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6" name="Google Shape;1256;p2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7" name="Google Shape;1257;p2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8" name="Google Shape;1258;p2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9" name="Google Shape;1259;p2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0" name="Google Shape;1260;p2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1" name="Google Shape;1261;p2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2" name="Google Shape;1262;p2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3" name="Google Shape;1263;p2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4" name="Google Shape;1264;p2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5" name="Google Shape;1265;p2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6" name="Google Shape;1266;p2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7" name="Google Shape;1267;p2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8" name="Google Shape;1268;p2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9" name="Google Shape;1269;p2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0" name="Google Shape;1270;p2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1" name="Google Shape;1271;p2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2" name="Google Shape;1272;p2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3" name="Google Shape;1273;p2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4" name="Google Shape;1274;p2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5" name="Google Shape;1275;p2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6" name="Google Shape;1276;p2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7" name="Google Shape;1277;p2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8" name="Google Shape;1278;p2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9" name="Google Shape;1279;p2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0" name="Google Shape;1280;p2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1" name="Google Shape;1281;p2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2" name="Google Shape;1282;p2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3" name="Google Shape;1283;p2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4" name="Google Shape;1284;p2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5" name="Google Shape;1285;p2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6" name="Google Shape;1286;p2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7" name="Google Shape;1287;p2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8" name="Google Shape;1288;p2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9" name="Google Shape;1289;p2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0" name="Google Shape;1290;p2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1" name="Google Shape;1291;p2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2" name="Google Shape;1292;p2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93" name="Google Shape;1293;p2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24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5" name="Google Shape;1295;p24"/>
          <p:cNvSpPr txBox="1"/>
          <p:nvPr>
            <p:ph idx="1" type="body"/>
          </p:nvPr>
        </p:nvSpPr>
        <p:spPr>
          <a:xfrm>
            <a:off x="208725" y="2304400"/>
            <a:ext cx="33528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296" name="Google Shape;1296;p24"/>
          <p:cNvSpPr/>
          <p:nvPr>
            <p:ph idx="2" type="pic"/>
          </p:nvPr>
        </p:nvSpPr>
        <p:spPr>
          <a:xfrm>
            <a:off x="3769050" y="2304400"/>
            <a:ext cx="5156700" cy="2568600"/>
          </a:xfrm>
          <a:prstGeom prst="roundRect">
            <a:avLst>
              <a:gd fmla="val 4123" name="adj"/>
            </a:avLst>
          </a:prstGeom>
          <a:noFill/>
          <a:ln>
            <a:noFill/>
          </a:ln>
        </p:spPr>
      </p:sp>
      <p:sp>
        <p:nvSpPr>
          <p:cNvPr id="1297" name="Google Shape;1297;p2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_1_1_1_1_1_1_1_1_2_1_1_1_1_1_1_1_1_1_1_1_1"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25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300" name="Google Shape;1300;p2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301" name="Google Shape;1301;p2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2" name="Google Shape;1302;p2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3" name="Google Shape;1303;p2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4" name="Google Shape;1304;p2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5" name="Google Shape;1305;p2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6" name="Google Shape;1306;p2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7" name="Google Shape;1307;p2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8" name="Google Shape;1308;p2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9" name="Google Shape;1309;p2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0" name="Google Shape;1310;p2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1" name="Google Shape;1311;p2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2" name="Google Shape;1312;p2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3" name="Google Shape;1313;p2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4" name="Google Shape;1314;p2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5" name="Google Shape;1315;p2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6" name="Google Shape;1316;p2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7" name="Google Shape;1317;p2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8" name="Google Shape;1318;p2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9" name="Google Shape;1319;p2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0" name="Google Shape;1320;p2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1" name="Google Shape;1321;p2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2" name="Google Shape;1322;p2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3" name="Google Shape;1323;p2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4" name="Google Shape;1324;p2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5" name="Google Shape;1325;p2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6" name="Google Shape;1326;p2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7" name="Google Shape;1327;p2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8" name="Google Shape;1328;p2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9" name="Google Shape;1329;p2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0" name="Google Shape;1330;p2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1" name="Google Shape;1331;p2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2" name="Google Shape;1332;p2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3" name="Google Shape;1333;p2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4" name="Google Shape;1334;p2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5" name="Google Shape;1335;p2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6" name="Google Shape;1336;p2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7" name="Google Shape;1337;p2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8" name="Google Shape;1338;p2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9" name="Google Shape;1339;p2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0" name="Google Shape;1340;p2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1" name="Google Shape;1341;p2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2" name="Google Shape;1342;p2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3" name="Google Shape;1343;p2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4" name="Google Shape;1344;p2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5" name="Google Shape;1345;p2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6" name="Google Shape;1346;p2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7" name="Google Shape;1347;p2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8" name="Google Shape;1348;p2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9" name="Google Shape;1349;p2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0" name="Google Shape;1350;p2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1" name="Google Shape;1351;p2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2" name="Google Shape;1352;p2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3" name="Google Shape;1353;p2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4" name="Google Shape;1354;p2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5" name="Google Shape;1355;p2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6" name="Google Shape;1356;p2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7" name="Google Shape;1357;p2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8" name="Google Shape;1358;p2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9" name="Google Shape;1359;p2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360" name="Google Shape;1360;p2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25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2" name="Google Shape;1362;p25"/>
          <p:cNvSpPr txBox="1"/>
          <p:nvPr>
            <p:ph idx="1" type="body"/>
          </p:nvPr>
        </p:nvSpPr>
        <p:spPr>
          <a:xfrm>
            <a:off x="1173600" y="2751950"/>
            <a:ext cx="30543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63" name="Google Shape;1363;p25"/>
          <p:cNvSpPr txBox="1"/>
          <p:nvPr>
            <p:ph idx="2" type="subTitle"/>
          </p:nvPr>
        </p:nvSpPr>
        <p:spPr>
          <a:xfrm>
            <a:off x="1173600" y="2160100"/>
            <a:ext cx="30543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4" name="Google Shape;1364;p25"/>
          <p:cNvSpPr txBox="1"/>
          <p:nvPr>
            <p:ph idx="3" type="body"/>
          </p:nvPr>
        </p:nvSpPr>
        <p:spPr>
          <a:xfrm>
            <a:off x="4916100" y="2751950"/>
            <a:ext cx="30543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65" name="Google Shape;1365;p25"/>
          <p:cNvSpPr txBox="1"/>
          <p:nvPr>
            <p:ph idx="4" type="subTitle"/>
          </p:nvPr>
        </p:nvSpPr>
        <p:spPr>
          <a:xfrm>
            <a:off x="4916100" y="2160100"/>
            <a:ext cx="30543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6" name="Google Shape;1366;p2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1_1_1_1_1_1_1_1_1_1_2_1_1_1_1_1_1_1_1_1_1_1_1_1"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26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369" name="Google Shape;1369;p2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370" name="Google Shape;1370;p2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1" name="Google Shape;1371;p2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2" name="Google Shape;1372;p2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3" name="Google Shape;1373;p2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4" name="Google Shape;1374;p2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5" name="Google Shape;1375;p2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6" name="Google Shape;1376;p2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7" name="Google Shape;1377;p2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8" name="Google Shape;1378;p2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9" name="Google Shape;1379;p2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0" name="Google Shape;1380;p2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1" name="Google Shape;1381;p2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2" name="Google Shape;1382;p2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3" name="Google Shape;1383;p2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4" name="Google Shape;1384;p2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5" name="Google Shape;1385;p2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6" name="Google Shape;1386;p2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7" name="Google Shape;1387;p2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8" name="Google Shape;1388;p2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9" name="Google Shape;1389;p2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0" name="Google Shape;1390;p2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1" name="Google Shape;1391;p2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2" name="Google Shape;1392;p2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3" name="Google Shape;1393;p2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4" name="Google Shape;1394;p2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5" name="Google Shape;1395;p2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6" name="Google Shape;1396;p2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7" name="Google Shape;1397;p2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8" name="Google Shape;1398;p2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9" name="Google Shape;1399;p2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0" name="Google Shape;1400;p2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1" name="Google Shape;1401;p2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2" name="Google Shape;1402;p2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3" name="Google Shape;1403;p2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4" name="Google Shape;1404;p2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5" name="Google Shape;1405;p2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6" name="Google Shape;1406;p2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7" name="Google Shape;1407;p2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8" name="Google Shape;1408;p2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9" name="Google Shape;1409;p2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0" name="Google Shape;1410;p2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1" name="Google Shape;1411;p2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2" name="Google Shape;1412;p2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3" name="Google Shape;1413;p2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4" name="Google Shape;1414;p2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5" name="Google Shape;1415;p2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6" name="Google Shape;1416;p2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7" name="Google Shape;1417;p2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8" name="Google Shape;1418;p2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9" name="Google Shape;1419;p2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0" name="Google Shape;1420;p2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1" name="Google Shape;1421;p2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2" name="Google Shape;1422;p2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3" name="Google Shape;1423;p2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4" name="Google Shape;1424;p2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5" name="Google Shape;1425;p2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6" name="Google Shape;1426;p2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7" name="Google Shape;1427;p2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8" name="Google Shape;1428;p2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29" name="Google Shape;1429;p2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26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31" name="Google Shape;1431;p26"/>
          <p:cNvSpPr txBox="1"/>
          <p:nvPr>
            <p:ph idx="1" type="body"/>
          </p:nvPr>
        </p:nvSpPr>
        <p:spPr>
          <a:xfrm>
            <a:off x="208725" y="27519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32" name="Google Shape;1432;p26"/>
          <p:cNvSpPr txBox="1"/>
          <p:nvPr>
            <p:ph idx="2" type="subTitle"/>
          </p:nvPr>
        </p:nvSpPr>
        <p:spPr>
          <a:xfrm>
            <a:off x="208725" y="2160100"/>
            <a:ext cx="25311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3" name="Google Shape;1433;p26"/>
          <p:cNvSpPr txBox="1"/>
          <p:nvPr>
            <p:ph idx="3" type="body"/>
          </p:nvPr>
        </p:nvSpPr>
        <p:spPr>
          <a:xfrm>
            <a:off x="3310098" y="27519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34" name="Google Shape;1434;p26"/>
          <p:cNvSpPr txBox="1"/>
          <p:nvPr>
            <p:ph idx="4" type="subTitle"/>
          </p:nvPr>
        </p:nvSpPr>
        <p:spPr>
          <a:xfrm>
            <a:off x="3310098" y="2160100"/>
            <a:ext cx="25311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5" name="Google Shape;1435;p26"/>
          <p:cNvSpPr txBox="1"/>
          <p:nvPr>
            <p:ph idx="5" type="body"/>
          </p:nvPr>
        </p:nvSpPr>
        <p:spPr>
          <a:xfrm>
            <a:off x="6411471" y="27519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36" name="Google Shape;1436;p26"/>
          <p:cNvSpPr txBox="1"/>
          <p:nvPr>
            <p:ph idx="6" type="subTitle"/>
          </p:nvPr>
        </p:nvSpPr>
        <p:spPr>
          <a:xfrm>
            <a:off x="6411471" y="2160100"/>
            <a:ext cx="25311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7" name="Google Shape;1437;p2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">
  <p:cSld name="CUSTOM_1_1_1_1_1_1_1_1_1_1_2_1_1_1_1_1_1_1_1_1_1_1_1_1_1"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27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440" name="Google Shape;1440;p27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441" name="Google Shape;1441;p2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2" name="Google Shape;1442;p2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3" name="Google Shape;1443;p2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4" name="Google Shape;1444;p2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5" name="Google Shape;1445;p2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6" name="Google Shape;1446;p2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7" name="Google Shape;1447;p2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8" name="Google Shape;1448;p2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9" name="Google Shape;1449;p2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0" name="Google Shape;1450;p2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1" name="Google Shape;1451;p2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2" name="Google Shape;1452;p2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3" name="Google Shape;1453;p2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4" name="Google Shape;1454;p2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5" name="Google Shape;1455;p2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6" name="Google Shape;1456;p2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7" name="Google Shape;1457;p2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8" name="Google Shape;1458;p2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9" name="Google Shape;1459;p2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0" name="Google Shape;1460;p2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1" name="Google Shape;1461;p2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2" name="Google Shape;1462;p2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3" name="Google Shape;1463;p2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4" name="Google Shape;1464;p2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5" name="Google Shape;1465;p2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6" name="Google Shape;1466;p2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7" name="Google Shape;1467;p2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8" name="Google Shape;1468;p2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9" name="Google Shape;1469;p2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0" name="Google Shape;1470;p2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1" name="Google Shape;1471;p2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2" name="Google Shape;1472;p2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3" name="Google Shape;1473;p2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4" name="Google Shape;1474;p2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5" name="Google Shape;1475;p2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6" name="Google Shape;1476;p2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7" name="Google Shape;1477;p2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8" name="Google Shape;1478;p2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9" name="Google Shape;1479;p2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0" name="Google Shape;1480;p2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1" name="Google Shape;1481;p2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2" name="Google Shape;1482;p2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3" name="Google Shape;1483;p2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4" name="Google Shape;1484;p2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5" name="Google Shape;1485;p2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6" name="Google Shape;1486;p2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7" name="Google Shape;1487;p2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8" name="Google Shape;1488;p2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9" name="Google Shape;1489;p2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0" name="Google Shape;1490;p2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1" name="Google Shape;1491;p2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2" name="Google Shape;1492;p2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3" name="Google Shape;1493;p2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4" name="Google Shape;1494;p2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5" name="Google Shape;1495;p2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6" name="Google Shape;1496;p2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7" name="Google Shape;1497;p2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8" name="Google Shape;1498;p2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9" name="Google Shape;1499;p2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500" name="Google Shape;1500;p2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27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02" name="Google Shape;1502;p27"/>
          <p:cNvSpPr txBox="1"/>
          <p:nvPr>
            <p:ph idx="1" type="body"/>
          </p:nvPr>
        </p:nvSpPr>
        <p:spPr>
          <a:xfrm>
            <a:off x="208725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03" name="Google Shape;1503;p27"/>
          <p:cNvSpPr txBox="1"/>
          <p:nvPr>
            <p:ph idx="2" type="subTitle"/>
          </p:nvPr>
        </p:nvSpPr>
        <p:spPr>
          <a:xfrm>
            <a:off x="208725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4" name="Google Shape;1504;p27"/>
          <p:cNvSpPr txBox="1"/>
          <p:nvPr>
            <p:ph idx="3" type="body"/>
          </p:nvPr>
        </p:nvSpPr>
        <p:spPr>
          <a:xfrm>
            <a:off x="2500573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05" name="Google Shape;1505;p27"/>
          <p:cNvSpPr txBox="1"/>
          <p:nvPr>
            <p:ph idx="4" type="subTitle"/>
          </p:nvPr>
        </p:nvSpPr>
        <p:spPr>
          <a:xfrm>
            <a:off x="2500573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6" name="Google Shape;1506;p27"/>
          <p:cNvSpPr txBox="1"/>
          <p:nvPr>
            <p:ph idx="5" type="body"/>
          </p:nvPr>
        </p:nvSpPr>
        <p:spPr>
          <a:xfrm>
            <a:off x="4792421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07" name="Google Shape;1507;p27"/>
          <p:cNvSpPr txBox="1"/>
          <p:nvPr>
            <p:ph idx="6" type="subTitle"/>
          </p:nvPr>
        </p:nvSpPr>
        <p:spPr>
          <a:xfrm>
            <a:off x="4792421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8" name="Google Shape;1508;p27"/>
          <p:cNvSpPr txBox="1"/>
          <p:nvPr>
            <p:ph idx="7" type="body"/>
          </p:nvPr>
        </p:nvSpPr>
        <p:spPr>
          <a:xfrm>
            <a:off x="7084271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09" name="Google Shape;1509;p27"/>
          <p:cNvSpPr txBox="1"/>
          <p:nvPr>
            <p:ph idx="8" type="subTitle"/>
          </p:nvPr>
        </p:nvSpPr>
        <p:spPr>
          <a:xfrm>
            <a:off x="7084271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0" name="Google Shape;1510;p2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1_1_1_1_1_1_1_1_1_1_2_1_1_1_1_1_1_1_1_1_1_1_1_1_1_1"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28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513" name="Google Shape;1513;p2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514" name="Google Shape;1514;p2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5" name="Google Shape;1515;p2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6" name="Google Shape;1516;p2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7" name="Google Shape;1517;p2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8" name="Google Shape;1518;p2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9" name="Google Shape;1519;p2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0" name="Google Shape;1520;p2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1" name="Google Shape;1521;p2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2" name="Google Shape;1522;p2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3" name="Google Shape;1523;p2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4" name="Google Shape;1524;p2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5" name="Google Shape;1525;p2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6" name="Google Shape;1526;p2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7" name="Google Shape;1527;p2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8" name="Google Shape;1528;p2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9" name="Google Shape;1529;p2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0" name="Google Shape;1530;p2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1" name="Google Shape;1531;p2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2" name="Google Shape;1532;p2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3" name="Google Shape;1533;p2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4" name="Google Shape;1534;p2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5" name="Google Shape;1535;p2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6" name="Google Shape;1536;p2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7" name="Google Shape;1537;p2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8" name="Google Shape;1538;p2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9" name="Google Shape;1539;p2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0" name="Google Shape;1540;p2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1" name="Google Shape;1541;p2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2" name="Google Shape;1542;p2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3" name="Google Shape;1543;p2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4" name="Google Shape;1544;p2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5" name="Google Shape;1545;p2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6" name="Google Shape;1546;p2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7" name="Google Shape;1547;p2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8" name="Google Shape;1548;p2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9" name="Google Shape;1549;p2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0" name="Google Shape;1550;p2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1" name="Google Shape;1551;p2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2" name="Google Shape;1552;p2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3" name="Google Shape;1553;p2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4" name="Google Shape;1554;p2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5" name="Google Shape;1555;p2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6" name="Google Shape;1556;p2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7" name="Google Shape;1557;p2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8" name="Google Shape;1558;p2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9" name="Google Shape;1559;p2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0" name="Google Shape;1560;p2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1" name="Google Shape;1561;p2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2" name="Google Shape;1562;p2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3" name="Google Shape;1563;p2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4" name="Google Shape;1564;p2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5" name="Google Shape;1565;p2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6" name="Google Shape;1566;p2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7" name="Google Shape;1567;p2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8" name="Google Shape;1568;p2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9" name="Google Shape;1569;p2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0" name="Google Shape;1570;p2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1" name="Google Shape;1571;p2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2" name="Google Shape;1572;p2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573" name="Google Shape;1573;p2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28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5" name="Google Shape;1575;p28"/>
          <p:cNvSpPr/>
          <p:nvPr>
            <p:ph idx="2" type="pic"/>
          </p:nvPr>
        </p:nvSpPr>
        <p:spPr>
          <a:xfrm>
            <a:off x="213450" y="2022825"/>
            <a:ext cx="8717100" cy="2837700"/>
          </a:xfrm>
          <a:prstGeom prst="roundRect">
            <a:avLst>
              <a:gd fmla="val 4123" name="adj"/>
            </a:avLst>
          </a:prstGeom>
          <a:noFill/>
          <a:ln>
            <a:noFill/>
          </a:ln>
        </p:spPr>
      </p:sp>
      <p:sp>
        <p:nvSpPr>
          <p:cNvPr id="1576" name="Google Shape;1576;p2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_1_1_1_1_1_1_1_1_1_2_1_1_1_1_1_1_1_1_1_1_1_1_1_1_1_1"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29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579" name="Google Shape;1579;p2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580" name="Google Shape;1580;p2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1" name="Google Shape;1581;p2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2" name="Google Shape;1582;p2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3" name="Google Shape;1583;p2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4" name="Google Shape;1584;p2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5" name="Google Shape;1585;p2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6" name="Google Shape;1586;p2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7" name="Google Shape;1587;p2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8" name="Google Shape;1588;p2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9" name="Google Shape;1589;p2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0" name="Google Shape;1590;p2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1" name="Google Shape;1591;p2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2" name="Google Shape;1592;p2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3" name="Google Shape;1593;p2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4" name="Google Shape;1594;p2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5" name="Google Shape;1595;p2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6" name="Google Shape;1596;p2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7" name="Google Shape;1597;p2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8" name="Google Shape;1598;p2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9" name="Google Shape;1599;p2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0" name="Google Shape;1600;p2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1" name="Google Shape;1601;p2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2" name="Google Shape;1602;p2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3" name="Google Shape;1603;p2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4" name="Google Shape;1604;p2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5" name="Google Shape;1605;p2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6" name="Google Shape;1606;p2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7" name="Google Shape;1607;p2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8" name="Google Shape;1608;p2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9" name="Google Shape;1609;p2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0" name="Google Shape;1610;p2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1" name="Google Shape;1611;p2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2" name="Google Shape;1612;p2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3" name="Google Shape;1613;p2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4" name="Google Shape;1614;p2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5" name="Google Shape;1615;p2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6" name="Google Shape;1616;p2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7" name="Google Shape;1617;p2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8" name="Google Shape;1618;p2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9" name="Google Shape;1619;p2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0" name="Google Shape;1620;p2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1" name="Google Shape;1621;p2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2" name="Google Shape;1622;p2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3" name="Google Shape;1623;p2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4" name="Google Shape;1624;p2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5" name="Google Shape;1625;p2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6" name="Google Shape;1626;p2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7" name="Google Shape;1627;p2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8" name="Google Shape;1628;p2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9" name="Google Shape;1629;p2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0" name="Google Shape;1630;p2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1" name="Google Shape;1631;p2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2" name="Google Shape;1632;p2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3" name="Google Shape;1633;p2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4" name="Google Shape;1634;p2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5" name="Google Shape;1635;p2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6" name="Google Shape;1636;p2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7" name="Google Shape;1637;p2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8" name="Google Shape;1638;p2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639" name="Google Shape;1639;p2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29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41" name="Google Shape;1641;p29"/>
          <p:cNvSpPr txBox="1"/>
          <p:nvPr>
            <p:ph idx="1" type="body"/>
          </p:nvPr>
        </p:nvSpPr>
        <p:spPr>
          <a:xfrm>
            <a:off x="1173600" y="2391699"/>
            <a:ext cx="30543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642" name="Google Shape;1642;p29"/>
          <p:cNvSpPr txBox="1"/>
          <p:nvPr>
            <p:ph idx="2" type="subTitle"/>
          </p:nvPr>
        </p:nvSpPr>
        <p:spPr>
          <a:xfrm>
            <a:off x="1173600" y="2160100"/>
            <a:ext cx="30543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3" name="Google Shape;1643;p29"/>
          <p:cNvSpPr txBox="1"/>
          <p:nvPr>
            <p:ph idx="3" type="body"/>
          </p:nvPr>
        </p:nvSpPr>
        <p:spPr>
          <a:xfrm>
            <a:off x="4916100" y="2391699"/>
            <a:ext cx="30543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644" name="Google Shape;1644;p29"/>
          <p:cNvSpPr txBox="1"/>
          <p:nvPr>
            <p:ph idx="4" type="subTitle"/>
          </p:nvPr>
        </p:nvSpPr>
        <p:spPr>
          <a:xfrm>
            <a:off x="4916100" y="2160100"/>
            <a:ext cx="30543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5" name="Google Shape;1645;p29"/>
          <p:cNvSpPr/>
          <p:nvPr>
            <p:ph idx="5" type="pic"/>
          </p:nvPr>
        </p:nvSpPr>
        <p:spPr>
          <a:xfrm>
            <a:off x="1173600" y="3022475"/>
            <a:ext cx="30543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646" name="Google Shape;1646;p29"/>
          <p:cNvSpPr/>
          <p:nvPr>
            <p:ph idx="6" type="pic"/>
          </p:nvPr>
        </p:nvSpPr>
        <p:spPr>
          <a:xfrm>
            <a:off x="4916100" y="3022475"/>
            <a:ext cx="30543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647" name="Google Shape;1647;p2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_1_1_1_1_1_1_1_1_1_2_1_1_1_1_1_1_1_1_1_1_1_1_1_1_1_1_1"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3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650" name="Google Shape;1650;p3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651" name="Google Shape;1651;p3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2" name="Google Shape;1652;p3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3" name="Google Shape;1653;p3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4" name="Google Shape;1654;p3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5" name="Google Shape;1655;p3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6" name="Google Shape;1656;p3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7" name="Google Shape;1657;p3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8" name="Google Shape;1658;p3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9" name="Google Shape;1659;p3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0" name="Google Shape;1660;p3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1" name="Google Shape;1661;p3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2" name="Google Shape;1662;p3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3" name="Google Shape;1663;p3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4" name="Google Shape;1664;p3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5" name="Google Shape;1665;p3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6" name="Google Shape;1666;p3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7" name="Google Shape;1667;p3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8" name="Google Shape;1668;p3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9" name="Google Shape;1669;p3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0" name="Google Shape;1670;p3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1" name="Google Shape;1671;p3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2" name="Google Shape;1672;p3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3" name="Google Shape;1673;p3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4" name="Google Shape;1674;p3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5" name="Google Shape;1675;p3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6" name="Google Shape;1676;p3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7" name="Google Shape;1677;p3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8" name="Google Shape;1678;p3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9" name="Google Shape;1679;p3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0" name="Google Shape;1680;p3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1" name="Google Shape;1681;p3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2" name="Google Shape;1682;p3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3" name="Google Shape;1683;p3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4" name="Google Shape;1684;p3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5" name="Google Shape;1685;p3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6" name="Google Shape;1686;p3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7" name="Google Shape;1687;p3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8" name="Google Shape;1688;p3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9" name="Google Shape;1689;p3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0" name="Google Shape;1690;p3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1" name="Google Shape;1691;p3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2" name="Google Shape;1692;p3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3" name="Google Shape;1693;p3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4" name="Google Shape;1694;p3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5" name="Google Shape;1695;p3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6" name="Google Shape;1696;p3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7" name="Google Shape;1697;p3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8" name="Google Shape;1698;p3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9" name="Google Shape;1699;p3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0" name="Google Shape;1700;p3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1" name="Google Shape;1701;p3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2" name="Google Shape;1702;p3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3" name="Google Shape;1703;p3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4" name="Google Shape;1704;p3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5" name="Google Shape;1705;p3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6" name="Google Shape;1706;p3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7" name="Google Shape;1707;p3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8" name="Google Shape;1708;p3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9" name="Google Shape;1709;p3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10" name="Google Shape;1710;p3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30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12" name="Google Shape;1712;p30"/>
          <p:cNvSpPr txBox="1"/>
          <p:nvPr>
            <p:ph idx="1" type="body"/>
          </p:nvPr>
        </p:nvSpPr>
        <p:spPr>
          <a:xfrm>
            <a:off x="423750" y="2391699"/>
            <a:ext cx="25869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13" name="Google Shape;1713;p30"/>
          <p:cNvSpPr txBox="1"/>
          <p:nvPr>
            <p:ph idx="2" type="subTitle"/>
          </p:nvPr>
        </p:nvSpPr>
        <p:spPr>
          <a:xfrm>
            <a:off x="423750" y="2160100"/>
            <a:ext cx="25869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4" name="Google Shape;1714;p30"/>
          <p:cNvSpPr txBox="1"/>
          <p:nvPr>
            <p:ph idx="3" type="body"/>
          </p:nvPr>
        </p:nvSpPr>
        <p:spPr>
          <a:xfrm>
            <a:off x="3276074" y="2391699"/>
            <a:ext cx="25869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15" name="Google Shape;1715;p30"/>
          <p:cNvSpPr txBox="1"/>
          <p:nvPr>
            <p:ph idx="4" type="subTitle"/>
          </p:nvPr>
        </p:nvSpPr>
        <p:spPr>
          <a:xfrm>
            <a:off x="3276071" y="2160100"/>
            <a:ext cx="25869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6" name="Google Shape;1716;p30"/>
          <p:cNvSpPr/>
          <p:nvPr>
            <p:ph idx="5" type="pic"/>
          </p:nvPr>
        </p:nvSpPr>
        <p:spPr>
          <a:xfrm>
            <a:off x="423750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17" name="Google Shape;1717;p30"/>
          <p:cNvSpPr/>
          <p:nvPr>
            <p:ph idx="6" type="pic"/>
          </p:nvPr>
        </p:nvSpPr>
        <p:spPr>
          <a:xfrm>
            <a:off x="3276071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18" name="Google Shape;1718;p30"/>
          <p:cNvSpPr txBox="1"/>
          <p:nvPr>
            <p:ph idx="7" type="body"/>
          </p:nvPr>
        </p:nvSpPr>
        <p:spPr>
          <a:xfrm>
            <a:off x="6128397" y="2391699"/>
            <a:ext cx="25869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19" name="Google Shape;1719;p30"/>
          <p:cNvSpPr txBox="1"/>
          <p:nvPr>
            <p:ph idx="8" type="subTitle"/>
          </p:nvPr>
        </p:nvSpPr>
        <p:spPr>
          <a:xfrm>
            <a:off x="6128391" y="2160100"/>
            <a:ext cx="25869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0" name="Google Shape;1720;p30"/>
          <p:cNvSpPr/>
          <p:nvPr>
            <p:ph idx="9" type="pic"/>
          </p:nvPr>
        </p:nvSpPr>
        <p:spPr>
          <a:xfrm>
            <a:off x="6128391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21" name="Google Shape;1721;p3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1_1_1_1_1_1_1_1_1_1_2_1_1_1_1_1_1_1_1_1_1_1_1_1_1_1_1_1_1"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p3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724" name="Google Shape;1724;p3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725" name="Google Shape;1725;p3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6" name="Google Shape;1726;p3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7" name="Google Shape;1727;p3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8" name="Google Shape;1728;p3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9" name="Google Shape;1729;p3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0" name="Google Shape;1730;p3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1" name="Google Shape;1731;p3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2" name="Google Shape;1732;p3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3" name="Google Shape;1733;p3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4" name="Google Shape;1734;p3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5" name="Google Shape;1735;p3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6" name="Google Shape;1736;p3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7" name="Google Shape;1737;p3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8" name="Google Shape;1738;p3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9" name="Google Shape;1739;p3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0" name="Google Shape;1740;p3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1" name="Google Shape;1741;p3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2" name="Google Shape;1742;p3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3" name="Google Shape;1743;p3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4" name="Google Shape;1744;p3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5" name="Google Shape;1745;p3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6" name="Google Shape;1746;p3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7" name="Google Shape;1747;p3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8" name="Google Shape;1748;p3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9" name="Google Shape;1749;p3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0" name="Google Shape;1750;p3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1" name="Google Shape;1751;p3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2" name="Google Shape;1752;p3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3" name="Google Shape;1753;p3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4" name="Google Shape;1754;p3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5" name="Google Shape;1755;p3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6" name="Google Shape;1756;p3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7" name="Google Shape;1757;p3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8" name="Google Shape;1758;p3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9" name="Google Shape;1759;p3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0" name="Google Shape;1760;p3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1" name="Google Shape;1761;p3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2" name="Google Shape;1762;p3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3" name="Google Shape;1763;p3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4" name="Google Shape;1764;p3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5" name="Google Shape;1765;p3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6" name="Google Shape;1766;p3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7" name="Google Shape;1767;p3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8" name="Google Shape;1768;p3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9" name="Google Shape;1769;p3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0" name="Google Shape;1770;p3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1" name="Google Shape;1771;p3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2" name="Google Shape;1772;p3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3" name="Google Shape;1773;p3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4" name="Google Shape;1774;p3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5" name="Google Shape;1775;p3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6" name="Google Shape;1776;p3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7" name="Google Shape;1777;p3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8" name="Google Shape;1778;p3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9" name="Google Shape;1779;p3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0" name="Google Shape;1780;p3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1" name="Google Shape;1781;p3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2" name="Google Shape;1782;p3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3" name="Google Shape;1783;p3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84" name="Google Shape;1784;p3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5" name="Google Shape;1785;p31"/>
          <p:cNvSpPr/>
          <p:nvPr>
            <p:ph idx="2" type="pic"/>
          </p:nvPr>
        </p:nvSpPr>
        <p:spPr>
          <a:xfrm>
            <a:off x="436350" y="262350"/>
            <a:ext cx="8271300" cy="46188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86" name="Google Shape;1786;p3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1_1_1_1_1_1_1_1_1_1_2_1_1_1_1_1_1_1_1_1_1_1_1_1_1_1_1_1_1_1"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p3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789" name="Google Shape;1789;p32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790" name="Google Shape;1790;p32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1" name="Google Shape;1791;p32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2" name="Google Shape;1792;p32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3" name="Google Shape;1793;p32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4" name="Google Shape;1794;p32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5" name="Google Shape;1795;p32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6" name="Google Shape;1796;p32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7" name="Google Shape;1797;p32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8" name="Google Shape;1798;p32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9" name="Google Shape;1799;p32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0" name="Google Shape;1800;p32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1" name="Google Shape;1801;p32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2" name="Google Shape;1802;p32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3" name="Google Shape;1803;p32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4" name="Google Shape;1804;p32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5" name="Google Shape;1805;p32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6" name="Google Shape;1806;p32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7" name="Google Shape;1807;p32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8" name="Google Shape;1808;p32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9" name="Google Shape;1809;p32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0" name="Google Shape;1810;p32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1" name="Google Shape;1811;p32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2" name="Google Shape;1812;p32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3" name="Google Shape;1813;p32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4" name="Google Shape;1814;p32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5" name="Google Shape;1815;p32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6" name="Google Shape;1816;p32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7" name="Google Shape;1817;p32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8" name="Google Shape;1818;p32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9" name="Google Shape;1819;p32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0" name="Google Shape;1820;p32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1" name="Google Shape;1821;p32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2" name="Google Shape;1822;p32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3" name="Google Shape;1823;p32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4" name="Google Shape;1824;p32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5" name="Google Shape;1825;p32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6" name="Google Shape;1826;p32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7" name="Google Shape;1827;p32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8" name="Google Shape;1828;p32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9" name="Google Shape;1829;p32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0" name="Google Shape;1830;p32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1" name="Google Shape;1831;p32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2" name="Google Shape;1832;p32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3" name="Google Shape;1833;p32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4" name="Google Shape;1834;p32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5" name="Google Shape;1835;p32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6" name="Google Shape;1836;p32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7" name="Google Shape;1837;p32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8" name="Google Shape;1838;p32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9" name="Google Shape;1839;p32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0" name="Google Shape;1840;p32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1" name="Google Shape;1841;p32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2" name="Google Shape;1842;p32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3" name="Google Shape;1843;p32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4" name="Google Shape;1844;p32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5" name="Google Shape;1845;p32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6" name="Google Shape;1846;p32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7" name="Google Shape;1847;p32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8" name="Google Shape;1848;p32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49" name="Google Shape;1849;p3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0" name="Google Shape;1850;p32"/>
          <p:cNvSpPr txBox="1"/>
          <p:nvPr>
            <p:ph type="title"/>
          </p:nvPr>
        </p:nvSpPr>
        <p:spPr>
          <a:xfrm>
            <a:off x="208725" y="344175"/>
            <a:ext cx="8729700" cy="8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1" name="Google Shape;1851;p32"/>
          <p:cNvSpPr/>
          <p:nvPr>
            <p:ph idx="2" type="pic"/>
          </p:nvPr>
        </p:nvSpPr>
        <p:spPr>
          <a:xfrm>
            <a:off x="208725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2" name="Google Shape;1852;p32"/>
          <p:cNvSpPr/>
          <p:nvPr>
            <p:ph idx="3" type="pic"/>
          </p:nvPr>
        </p:nvSpPr>
        <p:spPr>
          <a:xfrm>
            <a:off x="3154251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3" name="Google Shape;1853;p32"/>
          <p:cNvSpPr/>
          <p:nvPr>
            <p:ph idx="4" type="pic"/>
          </p:nvPr>
        </p:nvSpPr>
        <p:spPr>
          <a:xfrm>
            <a:off x="6099777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4" name="Google Shape;1854;p32"/>
          <p:cNvSpPr/>
          <p:nvPr>
            <p:ph idx="5" type="pic"/>
          </p:nvPr>
        </p:nvSpPr>
        <p:spPr>
          <a:xfrm>
            <a:off x="208725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5" name="Google Shape;1855;p32"/>
          <p:cNvSpPr/>
          <p:nvPr>
            <p:ph idx="6" type="pic"/>
          </p:nvPr>
        </p:nvSpPr>
        <p:spPr>
          <a:xfrm>
            <a:off x="3154251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6" name="Google Shape;1856;p32"/>
          <p:cNvSpPr/>
          <p:nvPr>
            <p:ph idx="7" type="pic"/>
          </p:nvPr>
        </p:nvSpPr>
        <p:spPr>
          <a:xfrm>
            <a:off x="6099777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7" name="Google Shape;1857;p32"/>
          <p:cNvSpPr/>
          <p:nvPr>
            <p:ph idx="8" type="pic"/>
          </p:nvPr>
        </p:nvSpPr>
        <p:spPr>
          <a:xfrm>
            <a:off x="208725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8" name="Google Shape;1858;p32"/>
          <p:cNvSpPr/>
          <p:nvPr>
            <p:ph idx="9" type="pic"/>
          </p:nvPr>
        </p:nvSpPr>
        <p:spPr>
          <a:xfrm>
            <a:off x="3154251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9" name="Google Shape;1859;p32"/>
          <p:cNvSpPr/>
          <p:nvPr>
            <p:ph idx="13" type="pic"/>
          </p:nvPr>
        </p:nvSpPr>
        <p:spPr>
          <a:xfrm>
            <a:off x="6099777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60" name="Google Shape;1860;p3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1865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67" name="Google Shape;1867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68" name="Google Shape;186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71" name="Google Shape;1871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872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4" name="Google Shape;1874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875" name="Google Shape;187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8" name="Google Shape;1878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79" name="Google Shape;1879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80" name="Google Shape;1880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188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3" name="Google Shape;1883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1884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86" name="Google Shape;1886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87" name="Google Shape;1887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890" name="Google Shape;1890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189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p4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3" name="Google Shape;1893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94" name="Google Shape;1894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95" name="Google Shape;1895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96" name="Google Shape;1896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1897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</a:lstStyle>
          <a:p/>
        </p:txBody>
      </p:sp>
      <p:sp>
        <p:nvSpPr>
          <p:cNvPr id="1899" name="Google Shape;1899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1900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Google Shape;1901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02" name="Google Shape;1902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903" name="Google Shape;1903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2">
    <p:spTree>
      <p:nvGrpSpPr>
        <p:cNvPr id="1904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1906" name="Shape 1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8" name="Google Shape;1908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09" name="Google Shape;1909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10" name="Google Shape;1910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11" name="Google Shape;1911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12" name="Google Shape;1912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13" name="Google Shape;1913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14" name="Google Shape;1914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7" name="Google Shape;1917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918" name="Google Shape;1918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919" name="Google Shape;1919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1920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2" name="Google Shape;1922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923" name="Google Shape;1923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924" name="Google Shape;1924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925" name="Google Shape;1925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26" name="Google Shape;1926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927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" name="Google Shape;1928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9" name="Google Shape;1929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930" name="Google Shape;1930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931" name="Google Shape;1931;p4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932" name="Google Shape;1932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933" name="Google Shape;1933;p4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34" name="Google Shape;1934;p4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35" name="Google Shape;1935;p4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936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8" name="Google Shape;1938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939" name="Google Shape;1939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940" name="Google Shape;1940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941" name="Google Shape;1941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942" name="Google Shape;1942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943" name="Google Shape;1943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44" name="Google Shape;1944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45" name="Google Shape;1945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46" name="Google Shape;1946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947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9" name="Google Shape;1949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0" name="Google Shape;1950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95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53" name="Google Shape;1953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954" name="Google Shape;1954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955" name="Google Shape;1955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56" name="Google Shape;1956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7" name="Google Shape;195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8" name="Google Shape;1958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59" name="Google Shape;1959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960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Google Shape;1961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62" name="Google Shape;1962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963" name="Google Shape;1963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964" name="Google Shape;1964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65" name="Google Shape;1965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966" name="Google Shape;1966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67" name="Google Shape;1967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8" name="Google Shape;1968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9" name="Google Shape;1969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0" name="Google Shape;1970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1" name="Google Shape;1971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972" name="Shape 1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3" name="Google Shape;1973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974" name="Google Shape;1974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975" name="Shape 1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" name="Google Shape;1976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7" name="Google Shape;1977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78" name="Google Shape;1978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79" name="Google Shape;1979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80" name="Google Shape;1980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81" name="Google Shape;1981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82" name="Google Shape;1982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83" name="Google Shape;1983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4" name="Google Shape;1984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85" name="Google Shape;1985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86" name="Google Shape;1986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spTree>
      <p:nvGrpSpPr>
        <p:cNvPr id="1987" name="Shape 1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" name="Google Shape;1988;p55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989" name="Google Shape;1989;p55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90" name="Google Shape;1990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7">
          <p15:clr>
            <a:srgbClr val="E4696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spTree>
      <p:nvGrpSpPr>
        <p:cNvPr id="199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p56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3" name="Google Shape;1993;p56"/>
          <p:cNvSpPr txBox="1"/>
          <p:nvPr>
            <p:ph idx="1" type="body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994" name="Google Shape;1994;p56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95" name="Google Shape;1995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tx">
  <p:cSld name="TITLE_AND_BODY">
    <p:bg>
      <p:bgPr>
        <a:solidFill>
          <a:schemeClr val="accent4"/>
        </a:solidFill>
      </p:bgPr>
    </p:bg>
    <p:spTree>
      <p:nvGrpSpPr>
        <p:cNvPr id="1996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p57"/>
          <p:cNvSpPr txBox="1"/>
          <p:nvPr>
            <p:ph idx="1" type="subTitle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98" name="Google Shape;1998;p57"/>
          <p:cNvSpPr txBox="1"/>
          <p:nvPr>
            <p:ph idx="2" type="body"/>
          </p:nvPr>
        </p:nvSpPr>
        <p:spPr>
          <a:xfrm>
            <a:off x="711097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999" name="Google Shape;1999;p57"/>
          <p:cNvSpPr txBox="1"/>
          <p:nvPr>
            <p:ph idx="3" type="subTitle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00" name="Google Shape;2000;p57"/>
          <p:cNvSpPr txBox="1"/>
          <p:nvPr>
            <p:ph idx="4" type="body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01" name="Google Shape;2001;p57"/>
          <p:cNvSpPr txBox="1"/>
          <p:nvPr>
            <p:ph idx="5" type="body"/>
          </p:nvPr>
        </p:nvSpPr>
        <p:spPr>
          <a:xfrm>
            <a:off x="711097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002" name="Google Shape;2002;p57"/>
          <p:cNvSpPr txBox="1"/>
          <p:nvPr>
            <p:ph idx="6" type="subTitle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03" name="Google Shape;2003;p57"/>
          <p:cNvSpPr txBox="1"/>
          <p:nvPr>
            <p:ph idx="7" type="body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04" name="Google Shape;2004;p57"/>
          <p:cNvSpPr txBox="1"/>
          <p:nvPr>
            <p:ph idx="8" type="body"/>
          </p:nvPr>
        </p:nvSpPr>
        <p:spPr>
          <a:xfrm>
            <a:off x="711097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005" name="Google Shape;2005;p57"/>
          <p:cNvSpPr txBox="1"/>
          <p:nvPr>
            <p:ph idx="9" type="subTitle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06" name="Google Shape;2006;p57"/>
          <p:cNvSpPr txBox="1"/>
          <p:nvPr>
            <p:ph idx="13" type="body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07" name="Google Shape;2007;p57"/>
          <p:cNvSpPr txBox="1"/>
          <p:nvPr>
            <p:ph idx="14" type="body"/>
          </p:nvPr>
        </p:nvSpPr>
        <p:spPr>
          <a:xfrm>
            <a:off x="4746581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008" name="Google Shape;2008;p57"/>
          <p:cNvSpPr txBox="1"/>
          <p:nvPr>
            <p:ph idx="15" type="subTitle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09" name="Google Shape;2009;p57"/>
          <p:cNvSpPr txBox="1"/>
          <p:nvPr>
            <p:ph idx="16" type="body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10" name="Google Shape;2010;p57"/>
          <p:cNvSpPr txBox="1"/>
          <p:nvPr>
            <p:ph idx="17" type="body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011" name="Google Shape;2011;p57"/>
          <p:cNvSpPr txBox="1"/>
          <p:nvPr>
            <p:ph idx="18" type="subTitle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12" name="Google Shape;2012;p57"/>
          <p:cNvSpPr txBox="1"/>
          <p:nvPr>
            <p:ph idx="19" type="body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13" name="Google Shape;2013;p57"/>
          <p:cNvSpPr txBox="1"/>
          <p:nvPr>
            <p:ph idx="20" type="body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014" name="Google Shape;2014;p57"/>
          <p:cNvSpPr txBox="1"/>
          <p:nvPr>
            <p:ph idx="21" type="subTitle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15" name="Google Shape;2015;p57"/>
          <p:cNvSpPr txBox="1"/>
          <p:nvPr>
            <p:ph idx="22" type="body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16" name="Google Shape;2016;p5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100">
                <a:solidFill>
                  <a:schemeClr val="accent3"/>
                </a:solidFill>
              </a:defRPr>
            </a:lvl1pPr>
            <a:lvl2pPr lvl="1">
              <a:buNone/>
              <a:defRPr sz="1100">
                <a:solidFill>
                  <a:schemeClr val="accent3"/>
                </a:solidFill>
              </a:defRPr>
            </a:lvl2pPr>
            <a:lvl3pPr lvl="2">
              <a:buNone/>
              <a:defRPr sz="1100">
                <a:solidFill>
                  <a:schemeClr val="accent3"/>
                </a:solidFill>
              </a:defRPr>
            </a:lvl3pPr>
            <a:lvl4pPr lvl="3">
              <a:buNone/>
              <a:defRPr sz="1100">
                <a:solidFill>
                  <a:schemeClr val="accent3"/>
                </a:solidFill>
              </a:defRPr>
            </a:lvl4pPr>
            <a:lvl5pPr lvl="4">
              <a:buNone/>
              <a:defRPr sz="1100">
                <a:solidFill>
                  <a:schemeClr val="accent3"/>
                </a:solidFill>
              </a:defRPr>
            </a:lvl5pPr>
            <a:lvl6pPr lvl="5">
              <a:buNone/>
              <a:defRPr sz="1100">
                <a:solidFill>
                  <a:schemeClr val="accent3"/>
                </a:solidFill>
              </a:defRPr>
            </a:lvl6pPr>
            <a:lvl7pPr lvl="6">
              <a:buNone/>
              <a:defRPr sz="1100">
                <a:solidFill>
                  <a:schemeClr val="accent3"/>
                </a:solidFill>
              </a:defRPr>
            </a:lvl7pPr>
            <a:lvl8pPr lvl="7">
              <a:buNone/>
              <a:defRPr sz="1100">
                <a:solidFill>
                  <a:schemeClr val="accent3"/>
                </a:solidFill>
              </a:defRPr>
            </a:lvl8pPr>
            <a:lvl9pPr lvl="8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" type="twoColTx">
  <p:cSld name="TITLE_AND_TWO_COLUMNS">
    <p:bg>
      <p:bgPr>
        <a:solidFill>
          <a:schemeClr val="dk1"/>
        </a:solidFill>
      </p:bgPr>
    </p:bg>
    <p:spTree>
      <p:nvGrpSpPr>
        <p:cNvPr id="2017" name="Shape 2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" name="Google Shape;2018;p58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9" name="Google Shape;2019;p58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i="1" sz="7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020" name="Google Shape;2020;p58"/>
          <p:cNvSpPr/>
          <p:nvPr>
            <p:ph idx="2" type="pic"/>
          </p:nvPr>
        </p:nvSpPr>
        <p:spPr>
          <a:xfrm>
            <a:off x="3915225" y="1631250"/>
            <a:ext cx="4441200" cy="3009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21" name="Google Shape;2021;p58"/>
          <p:cNvSpPr txBox="1"/>
          <p:nvPr>
            <p:ph idx="1" type="body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22" name="Google Shape;2022;p58"/>
          <p:cNvSpPr txBox="1"/>
          <p:nvPr>
            <p:ph idx="3" type="subTitle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023" name="Google Shape;2023;p5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100">
                <a:solidFill>
                  <a:schemeClr val="accent3"/>
                </a:solidFill>
              </a:defRPr>
            </a:lvl1pPr>
            <a:lvl2pPr lvl="1">
              <a:buNone/>
              <a:defRPr sz="1100">
                <a:solidFill>
                  <a:schemeClr val="accent3"/>
                </a:solidFill>
              </a:defRPr>
            </a:lvl2pPr>
            <a:lvl3pPr lvl="2">
              <a:buNone/>
              <a:defRPr sz="1100">
                <a:solidFill>
                  <a:schemeClr val="accent3"/>
                </a:solidFill>
              </a:defRPr>
            </a:lvl3pPr>
            <a:lvl4pPr lvl="3">
              <a:buNone/>
              <a:defRPr sz="1100">
                <a:solidFill>
                  <a:schemeClr val="accent3"/>
                </a:solidFill>
              </a:defRPr>
            </a:lvl4pPr>
            <a:lvl5pPr lvl="4">
              <a:buNone/>
              <a:defRPr sz="1100">
                <a:solidFill>
                  <a:schemeClr val="accent3"/>
                </a:solidFill>
              </a:defRPr>
            </a:lvl5pPr>
            <a:lvl6pPr lvl="5">
              <a:buNone/>
              <a:defRPr sz="1100">
                <a:solidFill>
                  <a:schemeClr val="accent3"/>
                </a:solidFill>
              </a:defRPr>
            </a:lvl6pPr>
            <a:lvl7pPr lvl="6">
              <a:buNone/>
              <a:defRPr sz="1100">
                <a:solidFill>
                  <a:schemeClr val="accent3"/>
                </a:solidFill>
              </a:defRPr>
            </a:lvl7pPr>
            <a:lvl8pPr lvl="7">
              <a:buNone/>
              <a:defRPr sz="1100">
                <a:solidFill>
                  <a:schemeClr val="accent3"/>
                </a:solidFill>
              </a:defRPr>
            </a:lvl8pPr>
            <a:lvl9pPr lvl="8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AND_TWO_COLUMNS_1">
    <p:bg>
      <p:bgPr>
        <a:solidFill>
          <a:schemeClr val="dk1"/>
        </a:solidFill>
      </p:bgPr>
    </p:bg>
    <p:spTree>
      <p:nvGrpSpPr>
        <p:cNvPr id="2024" name="Shape 2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5" name="Google Shape;2025;p59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6" name="Google Shape;2026;p59"/>
          <p:cNvSpPr txBox="1"/>
          <p:nvPr>
            <p:ph idx="1" type="subTitle"/>
          </p:nvPr>
        </p:nvSpPr>
        <p:spPr>
          <a:xfrm>
            <a:off x="791150" y="522625"/>
            <a:ext cx="5173200" cy="97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027" name="Google Shape;2027;p59"/>
          <p:cNvSpPr txBox="1"/>
          <p:nvPr>
            <p:ph idx="2" type="body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28" name="Google Shape;2028;p59"/>
          <p:cNvSpPr txBox="1"/>
          <p:nvPr>
            <p:ph idx="3" type="body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29" name="Google Shape;2029;p5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100">
                <a:solidFill>
                  <a:schemeClr val="accent3"/>
                </a:solidFill>
              </a:defRPr>
            </a:lvl1pPr>
            <a:lvl2pPr lvl="1">
              <a:buNone/>
              <a:defRPr sz="1100">
                <a:solidFill>
                  <a:schemeClr val="accent3"/>
                </a:solidFill>
              </a:defRPr>
            </a:lvl2pPr>
            <a:lvl3pPr lvl="2">
              <a:buNone/>
              <a:defRPr sz="1100">
                <a:solidFill>
                  <a:schemeClr val="accent3"/>
                </a:solidFill>
              </a:defRPr>
            </a:lvl3pPr>
            <a:lvl4pPr lvl="3">
              <a:buNone/>
              <a:defRPr sz="1100">
                <a:solidFill>
                  <a:schemeClr val="accent3"/>
                </a:solidFill>
              </a:defRPr>
            </a:lvl4pPr>
            <a:lvl5pPr lvl="4">
              <a:buNone/>
              <a:defRPr sz="1100">
                <a:solidFill>
                  <a:schemeClr val="accent3"/>
                </a:solidFill>
              </a:defRPr>
            </a:lvl5pPr>
            <a:lvl6pPr lvl="5">
              <a:buNone/>
              <a:defRPr sz="1100">
                <a:solidFill>
                  <a:schemeClr val="accent3"/>
                </a:solidFill>
              </a:defRPr>
            </a:lvl6pPr>
            <a:lvl7pPr lvl="6">
              <a:buNone/>
              <a:defRPr sz="1100">
                <a:solidFill>
                  <a:schemeClr val="accent3"/>
                </a:solidFill>
              </a:defRPr>
            </a:lvl7pPr>
            <a:lvl8pPr lvl="7">
              <a:buNone/>
              <a:defRPr sz="1100">
                <a:solidFill>
                  <a:schemeClr val="accent3"/>
                </a:solidFill>
              </a:defRPr>
            </a:lvl8pPr>
            <a:lvl9pPr lvl="8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 type="titleOnly">
  <p:cSld name="TITLE_ONLY">
    <p:bg>
      <p:bgPr>
        <a:solidFill>
          <a:schemeClr val="accent4"/>
        </a:solidFill>
      </p:bgPr>
    </p:bg>
    <p:spTree>
      <p:nvGrpSpPr>
        <p:cNvPr id="2030" name="Shape 2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" name="Google Shape;2031;p60"/>
          <p:cNvSpPr/>
          <p:nvPr>
            <p:ph idx="2" type="pic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032" name="Google Shape;2032;p60"/>
          <p:cNvSpPr/>
          <p:nvPr>
            <p:ph idx="3" type="pic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033" name="Google Shape;2033;p60"/>
          <p:cNvSpPr/>
          <p:nvPr>
            <p:ph idx="4" type="pic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034" name="Google Shape;2034;p60"/>
          <p:cNvSpPr/>
          <p:nvPr>
            <p:ph idx="5" type="pic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035" name="Google Shape;2035;p60"/>
          <p:cNvSpPr txBox="1"/>
          <p:nvPr>
            <p:ph idx="1" type="body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036" name="Google Shape;2036;p60"/>
          <p:cNvSpPr txBox="1"/>
          <p:nvPr>
            <p:ph idx="6" type="body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37" name="Google Shape;2037;p60"/>
          <p:cNvSpPr txBox="1"/>
          <p:nvPr>
            <p:ph idx="7" type="body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38" name="Google Shape;2038;p60"/>
          <p:cNvSpPr txBox="1"/>
          <p:nvPr>
            <p:ph idx="8" type="body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39" name="Google Shape;2039;p60"/>
          <p:cNvSpPr txBox="1"/>
          <p:nvPr>
            <p:ph idx="9" type="body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40" name="Google Shape;2040;p60"/>
          <p:cNvSpPr txBox="1"/>
          <p:nvPr>
            <p:ph idx="13" type="body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41" name="Google Shape;2041;p60"/>
          <p:cNvSpPr txBox="1"/>
          <p:nvPr>
            <p:ph idx="14" type="body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42" name="Google Shape;2042;p60"/>
          <p:cNvSpPr txBox="1"/>
          <p:nvPr>
            <p:ph idx="15" type="body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43" name="Google Shape;2043;p60"/>
          <p:cNvSpPr txBox="1"/>
          <p:nvPr>
            <p:ph idx="16" type="body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44" name="Google Shape;2044;p60"/>
          <p:cNvSpPr txBox="1"/>
          <p:nvPr>
            <p:ph idx="17" type="body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45" name="Google Shape;2045;p6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100">
                <a:solidFill>
                  <a:schemeClr val="accent3"/>
                </a:solidFill>
              </a:defRPr>
            </a:lvl1pPr>
            <a:lvl2pPr lvl="1">
              <a:buNone/>
              <a:defRPr sz="1100">
                <a:solidFill>
                  <a:schemeClr val="accent3"/>
                </a:solidFill>
              </a:defRPr>
            </a:lvl2pPr>
            <a:lvl3pPr lvl="2">
              <a:buNone/>
              <a:defRPr sz="1100">
                <a:solidFill>
                  <a:schemeClr val="accent3"/>
                </a:solidFill>
              </a:defRPr>
            </a:lvl3pPr>
            <a:lvl4pPr lvl="3">
              <a:buNone/>
              <a:defRPr sz="1100">
                <a:solidFill>
                  <a:schemeClr val="accent3"/>
                </a:solidFill>
              </a:defRPr>
            </a:lvl4pPr>
            <a:lvl5pPr lvl="4">
              <a:buNone/>
              <a:defRPr sz="1100">
                <a:solidFill>
                  <a:schemeClr val="accent3"/>
                </a:solidFill>
              </a:defRPr>
            </a:lvl5pPr>
            <a:lvl6pPr lvl="5">
              <a:buNone/>
              <a:defRPr sz="1100">
                <a:solidFill>
                  <a:schemeClr val="accent3"/>
                </a:solidFill>
              </a:defRPr>
            </a:lvl6pPr>
            <a:lvl7pPr lvl="6">
              <a:buNone/>
              <a:defRPr sz="1100">
                <a:solidFill>
                  <a:schemeClr val="accent3"/>
                </a:solidFill>
              </a:defRPr>
            </a:lvl7pPr>
            <a:lvl8pPr lvl="7">
              <a:buNone/>
              <a:defRPr sz="1100">
                <a:solidFill>
                  <a:schemeClr val="accent3"/>
                </a:solidFill>
              </a:defRPr>
            </a:lvl8pPr>
            <a:lvl9pPr lvl="8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Landscape">
  <p:cSld name="ONE_COLUMN_TEXT">
    <p:bg>
      <p:bgPr>
        <a:solidFill>
          <a:schemeClr val="dk1"/>
        </a:solidFill>
      </p:bgPr>
    </p:bg>
    <p:spTree>
      <p:nvGrpSpPr>
        <p:cNvPr id="2046" name="Shape 2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7" name="Google Shape;2047;p61"/>
          <p:cNvSpPr txBox="1"/>
          <p:nvPr>
            <p:ph idx="1" type="body"/>
          </p:nvPr>
        </p:nvSpPr>
        <p:spPr>
          <a:xfrm>
            <a:off x="791150" y="738025"/>
            <a:ext cx="39183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48" name="Google Shape;2048;p61"/>
          <p:cNvSpPr txBox="1"/>
          <p:nvPr>
            <p:ph idx="2" type="subTitle"/>
          </p:nvPr>
        </p:nvSpPr>
        <p:spPr>
          <a:xfrm>
            <a:off x="791150" y="522625"/>
            <a:ext cx="39183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049" name="Google Shape;2049;p6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100">
                <a:solidFill>
                  <a:schemeClr val="accent3"/>
                </a:solidFill>
              </a:defRPr>
            </a:lvl1pPr>
            <a:lvl2pPr lvl="1">
              <a:buNone/>
              <a:defRPr sz="1100">
                <a:solidFill>
                  <a:schemeClr val="accent3"/>
                </a:solidFill>
              </a:defRPr>
            </a:lvl2pPr>
            <a:lvl3pPr lvl="2">
              <a:buNone/>
              <a:defRPr sz="1100">
                <a:solidFill>
                  <a:schemeClr val="accent3"/>
                </a:solidFill>
              </a:defRPr>
            </a:lvl3pPr>
            <a:lvl4pPr lvl="3">
              <a:buNone/>
              <a:defRPr sz="1100">
                <a:solidFill>
                  <a:schemeClr val="accent3"/>
                </a:solidFill>
              </a:defRPr>
            </a:lvl4pPr>
            <a:lvl5pPr lvl="4">
              <a:buNone/>
              <a:defRPr sz="1100">
                <a:solidFill>
                  <a:schemeClr val="accent3"/>
                </a:solidFill>
              </a:defRPr>
            </a:lvl5pPr>
            <a:lvl6pPr lvl="5">
              <a:buNone/>
              <a:defRPr sz="1100">
                <a:solidFill>
                  <a:schemeClr val="accent3"/>
                </a:solidFill>
              </a:defRPr>
            </a:lvl6pPr>
            <a:lvl7pPr lvl="6">
              <a:buNone/>
              <a:defRPr sz="1100">
                <a:solidFill>
                  <a:schemeClr val="accent3"/>
                </a:solidFill>
              </a:defRPr>
            </a:lvl7pPr>
            <a:lvl8pPr lvl="7">
              <a:buNone/>
              <a:defRPr sz="1100">
                <a:solidFill>
                  <a:schemeClr val="accent3"/>
                </a:solidFill>
              </a:defRPr>
            </a:lvl8pPr>
            <a:lvl9pPr lvl="8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Trends + Data">
  <p:cSld name="MAIN_POINT">
    <p:bg>
      <p:bgPr>
        <a:solidFill>
          <a:schemeClr val="dk1"/>
        </a:solidFill>
      </p:bgPr>
    </p:bg>
    <p:spTree>
      <p:nvGrpSpPr>
        <p:cNvPr id="2050" name="Shape 2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Google Shape;2051;p62"/>
          <p:cNvSpPr txBox="1"/>
          <p:nvPr>
            <p:ph idx="1" type="subTitle"/>
          </p:nvPr>
        </p:nvSpPr>
        <p:spPr>
          <a:xfrm>
            <a:off x="690250" y="415625"/>
            <a:ext cx="1261800" cy="2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52" name="Google Shape;2052;p62"/>
          <p:cNvSpPr txBox="1"/>
          <p:nvPr>
            <p:ph idx="2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/>
        </p:txBody>
      </p:sp>
      <p:sp>
        <p:nvSpPr>
          <p:cNvPr id="2053" name="Google Shape;2053;p62"/>
          <p:cNvSpPr txBox="1"/>
          <p:nvPr>
            <p:ph idx="3" type="body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54" name="Google Shape;2054;p6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CUSTOM_14">
    <p:bg>
      <p:bgPr>
        <a:solidFill>
          <a:schemeClr val="dk1"/>
        </a:solidFill>
      </p:bgPr>
    </p:bg>
    <p:spTree>
      <p:nvGrpSpPr>
        <p:cNvPr id="2055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p63"/>
          <p:cNvSpPr txBox="1"/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57" name="Google Shape;2057;p63"/>
          <p:cNvSpPr txBox="1"/>
          <p:nvPr>
            <p:ph idx="2" type="title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58" name="Google Shape;2058;p63"/>
          <p:cNvSpPr txBox="1"/>
          <p:nvPr>
            <p:ph idx="3" type="title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59" name="Google Shape;2059;p63"/>
          <p:cNvSpPr txBox="1"/>
          <p:nvPr>
            <p:ph idx="4" type="title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60" name="Google Shape;2060;p63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61" name="Google Shape;2061;p63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62" name="Google Shape;2062;p6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100">
                <a:solidFill>
                  <a:schemeClr val="accent3"/>
                </a:solidFill>
              </a:defRPr>
            </a:lvl1pPr>
            <a:lvl2pPr lvl="1">
              <a:buNone/>
              <a:defRPr sz="1100">
                <a:solidFill>
                  <a:schemeClr val="accent3"/>
                </a:solidFill>
              </a:defRPr>
            </a:lvl2pPr>
            <a:lvl3pPr lvl="2">
              <a:buNone/>
              <a:defRPr sz="1100">
                <a:solidFill>
                  <a:schemeClr val="accent3"/>
                </a:solidFill>
              </a:defRPr>
            </a:lvl3pPr>
            <a:lvl4pPr lvl="3">
              <a:buNone/>
              <a:defRPr sz="1100">
                <a:solidFill>
                  <a:schemeClr val="accent3"/>
                </a:solidFill>
              </a:defRPr>
            </a:lvl4pPr>
            <a:lvl5pPr lvl="4">
              <a:buNone/>
              <a:defRPr sz="1100">
                <a:solidFill>
                  <a:schemeClr val="accent3"/>
                </a:solidFill>
              </a:defRPr>
            </a:lvl5pPr>
            <a:lvl6pPr lvl="5">
              <a:buNone/>
              <a:defRPr sz="1100">
                <a:solidFill>
                  <a:schemeClr val="accent3"/>
                </a:solidFill>
              </a:defRPr>
            </a:lvl6pPr>
            <a:lvl7pPr lvl="6">
              <a:buNone/>
              <a:defRPr sz="1100">
                <a:solidFill>
                  <a:schemeClr val="accent3"/>
                </a:solidFill>
              </a:defRPr>
            </a:lvl7pPr>
            <a:lvl8pPr lvl="7">
              <a:buNone/>
              <a:defRPr sz="1100">
                <a:solidFill>
                  <a:schemeClr val="accent3"/>
                </a:solidFill>
              </a:defRPr>
            </a:lvl8pPr>
            <a:lvl9pPr lvl="8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/ Thank You">
  <p:cSld name="CUSTOM_13">
    <p:bg>
      <p:bgPr>
        <a:solidFill>
          <a:schemeClr val="lt1"/>
        </a:solidFill>
      </p:bgPr>
    </p:bg>
    <p:spTree>
      <p:nvGrpSpPr>
        <p:cNvPr id="2063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Google Shape;2064;p64"/>
          <p:cNvSpPr txBox="1"/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65" name="Google Shape;2065;p64"/>
          <p:cNvSpPr txBox="1"/>
          <p:nvPr>
            <p:ph idx="1" type="body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66" name="Google Shape;2066;p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TITLE_AND_DESCRIPTION">
    <p:spTree>
      <p:nvGrpSpPr>
        <p:cNvPr id="2067" name="Shape 2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Google Shape;2068;p65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069" name="Google Shape;2069;p65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70" name="Google Shape;2070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/ Pie Graph">
  <p:cSld name="CAPTION_ONLY">
    <p:bg>
      <p:bgPr>
        <a:solidFill>
          <a:schemeClr val="dk1"/>
        </a:solidFill>
      </p:bgPr>
    </p:bg>
    <p:spTree>
      <p:nvGrpSpPr>
        <p:cNvPr id="2071" name="Shape 2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Google Shape;2072;p66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3" name="Google Shape;2073;p66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074" name="Google Shape;2074;p66"/>
          <p:cNvSpPr txBox="1"/>
          <p:nvPr>
            <p:ph idx="2" type="body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75" name="Google Shape;2075;p6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100">
                <a:solidFill>
                  <a:schemeClr val="dk2"/>
                </a:solidFill>
              </a:defRPr>
            </a:lvl1pPr>
            <a:lvl2pPr lvl="1">
              <a:buNone/>
              <a:defRPr sz="1100">
                <a:solidFill>
                  <a:schemeClr val="dk2"/>
                </a:solidFill>
              </a:defRPr>
            </a:lvl2pPr>
            <a:lvl3pPr lvl="2">
              <a:buNone/>
              <a:defRPr sz="1100">
                <a:solidFill>
                  <a:schemeClr val="dk2"/>
                </a:solidFill>
              </a:defRPr>
            </a:lvl3pPr>
            <a:lvl4pPr lvl="3">
              <a:buNone/>
              <a:defRPr sz="1100">
                <a:solidFill>
                  <a:schemeClr val="dk2"/>
                </a:solidFill>
              </a:defRPr>
            </a:lvl4pPr>
            <a:lvl5pPr lvl="4">
              <a:buNone/>
              <a:defRPr sz="1100">
                <a:solidFill>
                  <a:schemeClr val="dk2"/>
                </a:solidFill>
              </a:defRPr>
            </a:lvl5pPr>
            <a:lvl6pPr lvl="5">
              <a:buNone/>
              <a:defRPr sz="1100">
                <a:solidFill>
                  <a:schemeClr val="dk2"/>
                </a:solidFill>
              </a:defRPr>
            </a:lvl6pPr>
            <a:lvl7pPr lvl="6">
              <a:buNone/>
              <a:defRPr sz="1100">
                <a:solidFill>
                  <a:schemeClr val="dk2"/>
                </a:solidFill>
              </a:defRPr>
            </a:lvl7pPr>
            <a:lvl8pPr lvl="7">
              <a:buNone/>
              <a:defRPr sz="1100">
                <a:solidFill>
                  <a:schemeClr val="dk2"/>
                </a:solidFill>
              </a:defRPr>
            </a:lvl8pPr>
            <a:lvl9pPr lvl="8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76" name="Google Shape;2076;p66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7" name="Google Shape;2077;p66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fmla="val 8241844" name="adj1"/>
              <a:gd fmla="val 125549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ors / 4 column text">
  <p:cSld name="BIG_NUMBER">
    <p:bg>
      <p:bgPr>
        <a:solidFill>
          <a:schemeClr val="dk1"/>
        </a:solidFill>
      </p:bgPr>
    </p:bg>
    <p:spTree>
      <p:nvGrpSpPr>
        <p:cNvPr id="2078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p67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080" name="Google Shape;2080;p67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2"/>
              </a:solidFill>
            </a:endParaRPr>
          </a:p>
        </p:txBody>
      </p:sp>
      <p:sp>
        <p:nvSpPr>
          <p:cNvPr id="2081" name="Google Shape;2081;p67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lt1"/>
              </a:solidFill>
            </a:endParaRPr>
          </a:p>
        </p:txBody>
      </p:sp>
      <p:sp>
        <p:nvSpPr>
          <p:cNvPr id="2082" name="Google Shape;2082;p67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accent5"/>
              </a:solidFill>
            </a:endParaRPr>
          </a:p>
        </p:txBody>
      </p:sp>
      <p:sp>
        <p:nvSpPr>
          <p:cNvPr id="2083" name="Google Shape;2083;p67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84" name="Google Shape;2084;p67"/>
          <p:cNvSpPr txBox="1"/>
          <p:nvPr>
            <p:ph idx="2" type="body"/>
          </p:nvPr>
        </p:nvSpPr>
        <p:spPr>
          <a:xfrm>
            <a:off x="480425" y="610475"/>
            <a:ext cx="48783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85" name="Google Shape;2085;p6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100">
                <a:solidFill>
                  <a:schemeClr val="dk2"/>
                </a:solidFill>
              </a:defRPr>
            </a:lvl1pPr>
            <a:lvl2pPr lvl="1">
              <a:buNone/>
              <a:defRPr sz="1100">
                <a:solidFill>
                  <a:schemeClr val="dk2"/>
                </a:solidFill>
              </a:defRPr>
            </a:lvl2pPr>
            <a:lvl3pPr lvl="2">
              <a:buNone/>
              <a:defRPr sz="1100">
                <a:solidFill>
                  <a:schemeClr val="dk2"/>
                </a:solidFill>
              </a:defRPr>
            </a:lvl3pPr>
            <a:lvl4pPr lvl="3">
              <a:buNone/>
              <a:defRPr sz="1100">
                <a:solidFill>
                  <a:schemeClr val="dk2"/>
                </a:solidFill>
              </a:defRPr>
            </a:lvl4pPr>
            <a:lvl5pPr lvl="4">
              <a:buNone/>
              <a:defRPr sz="1100">
                <a:solidFill>
                  <a:schemeClr val="dk2"/>
                </a:solidFill>
              </a:defRPr>
            </a:lvl5pPr>
            <a:lvl6pPr lvl="5">
              <a:buNone/>
              <a:defRPr sz="1100">
                <a:solidFill>
                  <a:schemeClr val="dk2"/>
                </a:solidFill>
              </a:defRPr>
            </a:lvl6pPr>
            <a:lvl7pPr lvl="6">
              <a:buNone/>
              <a:defRPr sz="1100">
                <a:solidFill>
                  <a:schemeClr val="dk2"/>
                </a:solidFill>
              </a:defRPr>
            </a:lvl7pPr>
            <a:lvl8pPr lvl="7">
              <a:buNone/>
              <a:defRPr sz="1100">
                <a:solidFill>
                  <a:schemeClr val="dk2"/>
                </a:solidFill>
              </a:defRPr>
            </a:lvl8pPr>
            <a:lvl9pPr lvl="8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blank">
  <p:cSld name="BLANK">
    <p:spTree>
      <p:nvGrpSpPr>
        <p:cNvPr id="2086" name="Shape 2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7" name="Google Shape;2087;p68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088" name="Google Shape;2088;p68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89" name="Google Shape;2089;p6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1">
    <p:bg>
      <p:bgPr>
        <a:solidFill>
          <a:schemeClr val="dk1"/>
        </a:solidFill>
      </p:bgPr>
    </p:bg>
    <p:spTree>
      <p:nvGrpSpPr>
        <p:cNvPr id="2090" name="Shape 2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Google Shape;2091;p69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2" name="Google Shape;2092;p69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093" name="Google Shape;2093;p69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94" name="Google Shape;2094;p6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100">
                <a:solidFill>
                  <a:schemeClr val="accent1"/>
                </a:solidFill>
              </a:defRPr>
            </a:lvl1pPr>
            <a:lvl2pPr lvl="1">
              <a:buNone/>
              <a:defRPr sz="1100">
                <a:solidFill>
                  <a:schemeClr val="accent1"/>
                </a:solidFill>
              </a:defRPr>
            </a:lvl2pPr>
            <a:lvl3pPr lvl="2">
              <a:buNone/>
              <a:defRPr sz="1100">
                <a:solidFill>
                  <a:schemeClr val="accent1"/>
                </a:solidFill>
              </a:defRPr>
            </a:lvl3pPr>
            <a:lvl4pPr lvl="3">
              <a:buNone/>
              <a:defRPr sz="1100">
                <a:solidFill>
                  <a:schemeClr val="accent1"/>
                </a:solidFill>
              </a:defRPr>
            </a:lvl4pPr>
            <a:lvl5pPr lvl="4">
              <a:buNone/>
              <a:defRPr sz="1100">
                <a:solidFill>
                  <a:schemeClr val="accent1"/>
                </a:solidFill>
              </a:defRPr>
            </a:lvl5pPr>
            <a:lvl6pPr lvl="5">
              <a:buNone/>
              <a:defRPr sz="1100">
                <a:solidFill>
                  <a:schemeClr val="accent1"/>
                </a:solidFill>
              </a:defRPr>
            </a:lvl6pPr>
            <a:lvl7pPr lvl="6">
              <a:buNone/>
              <a:defRPr sz="1100">
                <a:solidFill>
                  <a:schemeClr val="accent1"/>
                </a:solidFill>
              </a:defRPr>
            </a:lvl7pPr>
            <a:lvl8pPr lvl="7">
              <a:buNone/>
              <a:defRPr sz="1100">
                <a:solidFill>
                  <a:schemeClr val="accent1"/>
                </a:solidFill>
              </a:defRPr>
            </a:lvl8pPr>
            <a:lvl9pPr lvl="8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Background Image + Text">
  <p:cSld name="CUSTOM">
    <p:spTree>
      <p:nvGrpSpPr>
        <p:cNvPr id="2095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" name="Google Shape;2096;p7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097" name="Google Shape;2097;p70"/>
          <p:cNvSpPr txBox="1"/>
          <p:nvPr>
            <p:ph idx="1" type="body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274300" lIns="274300" spcFirstLastPara="1" rIns="27430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98" name="Google Shape;2098;p70"/>
          <p:cNvSpPr txBox="1"/>
          <p:nvPr>
            <p:ph idx="3" type="subTitle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0" lIns="274300" spcFirstLastPara="1" rIns="274300" wrap="square" tIns="2743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099" name="Google Shape;2099;p70"/>
          <p:cNvSpPr txBox="1"/>
          <p:nvPr>
            <p:ph idx="4" type="body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137150" lIns="137150" spcFirstLastPara="1" rIns="137150" wrap="square" tIns="13715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100" name="Google Shape;2100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+ Image">
  <p:cSld name="CUSTOM_1">
    <p:bg>
      <p:bgPr>
        <a:solidFill>
          <a:schemeClr val="lt2"/>
        </a:solidFill>
      </p:bgPr>
    </p:bg>
    <p:spTree>
      <p:nvGrpSpPr>
        <p:cNvPr id="2101" name="Shape 2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" name="Google Shape;2102;p71"/>
          <p:cNvSpPr/>
          <p:nvPr>
            <p:ph idx="2" type="pic"/>
          </p:nvPr>
        </p:nvSpPr>
        <p:spPr>
          <a:xfrm>
            <a:off x="5485725" y="523025"/>
            <a:ext cx="3135300" cy="409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03" name="Google Shape;2103;p71"/>
          <p:cNvSpPr txBox="1"/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104" name="Google Shape;2104;p71"/>
          <p:cNvSpPr txBox="1"/>
          <p:nvPr>
            <p:ph idx="1" type="body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05" name="Google Shape;2105;p7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100">
                <a:solidFill>
                  <a:schemeClr val="accent1"/>
                </a:solidFill>
              </a:defRPr>
            </a:lvl1pPr>
            <a:lvl2pPr lvl="1">
              <a:buNone/>
              <a:defRPr sz="1100">
                <a:solidFill>
                  <a:schemeClr val="accent1"/>
                </a:solidFill>
              </a:defRPr>
            </a:lvl2pPr>
            <a:lvl3pPr lvl="2">
              <a:buNone/>
              <a:defRPr sz="1100">
                <a:solidFill>
                  <a:schemeClr val="accent1"/>
                </a:solidFill>
              </a:defRPr>
            </a:lvl3pPr>
            <a:lvl4pPr lvl="3">
              <a:buNone/>
              <a:defRPr sz="1100">
                <a:solidFill>
                  <a:schemeClr val="accent1"/>
                </a:solidFill>
              </a:defRPr>
            </a:lvl4pPr>
            <a:lvl5pPr lvl="4">
              <a:buNone/>
              <a:defRPr sz="1100">
                <a:solidFill>
                  <a:schemeClr val="accent1"/>
                </a:solidFill>
              </a:defRPr>
            </a:lvl5pPr>
            <a:lvl6pPr lvl="5">
              <a:buNone/>
              <a:defRPr sz="1100">
                <a:solidFill>
                  <a:schemeClr val="accent1"/>
                </a:solidFill>
              </a:defRPr>
            </a:lvl6pPr>
            <a:lvl7pPr lvl="6">
              <a:buNone/>
              <a:defRPr sz="1100">
                <a:solidFill>
                  <a:schemeClr val="accent1"/>
                </a:solidFill>
              </a:defRPr>
            </a:lvl7pPr>
            <a:lvl8pPr lvl="7">
              <a:buNone/>
              <a:defRPr sz="1100">
                <a:solidFill>
                  <a:schemeClr val="accent1"/>
                </a:solidFill>
              </a:defRPr>
            </a:lvl8pPr>
            <a:lvl9pPr lvl="8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+ 5 Images">
  <p:cSld name="CUSTOM_2">
    <p:bg>
      <p:bgPr>
        <a:solidFill>
          <a:schemeClr val="dk1"/>
        </a:solidFill>
      </p:bgPr>
    </p:bg>
    <p:spTree>
      <p:nvGrpSpPr>
        <p:cNvPr id="2106" name="Shape 2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" name="Google Shape;2107;p72"/>
          <p:cNvSpPr txBox="1"/>
          <p:nvPr>
            <p:ph idx="1" type="body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08" name="Google Shape;2108;p72"/>
          <p:cNvSpPr txBox="1"/>
          <p:nvPr>
            <p:ph idx="2" type="body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09" name="Google Shape;2109;p72"/>
          <p:cNvSpPr txBox="1"/>
          <p:nvPr>
            <p:ph idx="3" type="body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10" name="Google Shape;2110;p72"/>
          <p:cNvSpPr txBox="1"/>
          <p:nvPr>
            <p:ph idx="4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11" name="Google Shape;2111;p72"/>
          <p:cNvSpPr txBox="1"/>
          <p:nvPr>
            <p:ph idx="5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12" name="Google Shape;2112;p72"/>
          <p:cNvSpPr txBox="1"/>
          <p:nvPr>
            <p:ph idx="6" type="body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2113" name="Google Shape;2113;p72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4" name="Google Shape;2114;p72"/>
          <p:cNvSpPr/>
          <p:nvPr>
            <p:ph idx="7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15" name="Google Shape;2115;p72"/>
          <p:cNvSpPr/>
          <p:nvPr>
            <p:ph idx="8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16" name="Google Shape;2116;p72"/>
          <p:cNvSpPr/>
          <p:nvPr>
            <p:ph idx="9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17" name="Google Shape;2117;p72"/>
          <p:cNvSpPr/>
          <p:nvPr>
            <p:ph idx="13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18" name="Google Shape;2118;p72"/>
          <p:cNvSpPr/>
          <p:nvPr>
            <p:ph idx="14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19" name="Google Shape;2119;p72"/>
          <p:cNvSpPr txBox="1"/>
          <p:nvPr>
            <p:ph idx="15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120" name="Google Shape;2120;p72"/>
          <p:cNvSpPr txBox="1"/>
          <p:nvPr>
            <p:ph idx="16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21" name="Google Shape;2121;p72"/>
          <p:cNvSpPr txBox="1"/>
          <p:nvPr>
            <p:ph idx="17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22" name="Google Shape;2122;p72"/>
          <p:cNvSpPr txBox="1"/>
          <p:nvPr>
            <p:ph idx="18" type="body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23" name="Google Shape;2123;p72"/>
          <p:cNvSpPr txBox="1"/>
          <p:nvPr>
            <p:ph idx="19" type="body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24" name="Google Shape;2124;p72"/>
          <p:cNvSpPr txBox="1"/>
          <p:nvPr>
            <p:ph idx="20" type="body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25" name="Google Shape;2125;p7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100">
                <a:solidFill>
                  <a:schemeClr val="accent1"/>
                </a:solidFill>
              </a:defRPr>
            </a:lvl1pPr>
            <a:lvl2pPr lvl="1">
              <a:buNone/>
              <a:defRPr sz="1100">
                <a:solidFill>
                  <a:schemeClr val="accent1"/>
                </a:solidFill>
              </a:defRPr>
            </a:lvl2pPr>
            <a:lvl3pPr lvl="2">
              <a:buNone/>
              <a:defRPr sz="1100">
                <a:solidFill>
                  <a:schemeClr val="accent1"/>
                </a:solidFill>
              </a:defRPr>
            </a:lvl3pPr>
            <a:lvl4pPr lvl="3">
              <a:buNone/>
              <a:defRPr sz="1100">
                <a:solidFill>
                  <a:schemeClr val="accent1"/>
                </a:solidFill>
              </a:defRPr>
            </a:lvl4pPr>
            <a:lvl5pPr lvl="4">
              <a:buNone/>
              <a:defRPr sz="1100">
                <a:solidFill>
                  <a:schemeClr val="accent1"/>
                </a:solidFill>
              </a:defRPr>
            </a:lvl5pPr>
            <a:lvl6pPr lvl="5">
              <a:buNone/>
              <a:defRPr sz="1100">
                <a:solidFill>
                  <a:schemeClr val="accent1"/>
                </a:solidFill>
              </a:defRPr>
            </a:lvl6pPr>
            <a:lvl7pPr lvl="6">
              <a:buNone/>
              <a:defRPr sz="1100">
                <a:solidFill>
                  <a:schemeClr val="accent1"/>
                </a:solidFill>
              </a:defRPr>
            </a:lvl7pPr>
            <a:lvl8pPr lvl="7">
              <a:buNone/>
              <a:defRPr sz="1100">
                <a:solidFill>
                  <a:schemeClr val="accent1"/>
                </a:solidFill>
              </a:defRPr>
            </a:lvl8pPr>
            <a:lvl9pPr lvl="8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egy Canvas / Line Graph">
  <p:cSld name="CUSTOM_3">
    <p:bg>
      <p:bgPr>
        <a:solidFill>
          <a:schemeClr val="dk1"/>
        </a:solidFill>
      </p:bgPr>
    </p:bg>
    <p:spTree>
      <p:nvGrpSpPr>
        <p:cNvPr id="2126" name="Shape 2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7" name="Google Shape;2127;p73"/>
          <p:cNvSpPr txBox="1"/>
          <p:nvPr>
            <p:ph idx="1" type="body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128" name="Google Shape;2128;p73"/>
          <p:cNvSpPr txBox="1"/>
          <p:nvPr>
            <p:ph idx="2" type="subTitle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129" name="Google Shape;2129;p7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100">
                <a:solidFill>
                  <a:schemeClr val="accent1"/>
                </a:solidFill>
              </a:defRPr>
            </a:lvl1pPr>
            <a:lvl2pPr lvl="1">
              <a:buNone/>
              <a:defRPr sz="1100">
                <a:solidFill>
                  <a:schemeClr val="accent1"/>
                </a:solidFill>
              </a:defRPr>
            </a:lvl2pPr>
            <a:lvl3pPr lvl="2">
              <a:buNone/>
              <a:defRPr sz="1100">
                <a:solidFill>
                  <a:schemeClr val="accent1"/>
                </a:solidFill>
              </a:defRPr>
            </a:lvl3pPr>
            <a:lvl4pPr lvl="3">
              <a:buNone/>
              <a:defRPr sz="1100">
                <a:solidFill>
                  <a:schemeClr val="accent1"/>
                </a:solidFill>
              </a:defRPr>
            </a:lvl4pPr>
            <a:lvl5pPr lvl="4">
              <a:buNone/>
              <a:defRPr sz="1100">
                <a:solidFill>
                  <a:schemeClr val="accent1"/>
                </a:solidFill>
              </a:defRPr>
            </a:lvl5pPr>
            <a:lvl6pPr lvl="5">
              <a:buNone/>
              <a:defRPr sz="1100">
                <a:solidFill>
                  <a:schemeClr val="accent1"/>
                </a:solidFill>
              </a:defRPr>
            </a:lvl6pPr>
            <a:lvl7pPr lvl="6">
              <a:buNone/>
              <a:defRPr sz="1100">
                <a:solidFill>
                  <a:schemeClr val="accent1"/>
                </a:solidFill>
              </a:defRPr>
            </a:lvl7pPr>
            <a:lvl8pPr lvl="7">
              <a:buNone/>
              <a:defRPr sz="1100">
                <a:solidFill>
                  <a:schemeClr val="accent1"/>
                </a:solidFill>
              </a:defRPr>
            </a:lvl8pPr>
            <a:lvl9pPr lvl="8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4">
    <p:spTree>
      <p:nvGrpSpPr>
        <p:cNvPr id="2130" name="Shape 2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p74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32" name="Google Shape;2132;p74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133" name="Google Shape;2133;p7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 / Objectives">
  <p:cSld name="CUSTOM_5">
    <p:bg>
      <p:bgPr>
        <a:solidFill>
          <a:schemeClr val="dk1"/>
        </a:solidFill>
      </p:bgPr>
    </p:bg>
    <p:spTree>
      <p:nvGrpSpPr>
        <p:cNvPr id="2134" name="Shape 2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" name="Google Shape;2135;p75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136" name="Google Shape;2136;p75"/>
          <p:cNvSpPr txBox="1"/>
          <p:nvPr>
            <p:ph idx="1" type="body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37" name="Google Shape;2137;p75"/>
          <p:cNvSpPr txBox="1"/>
          <p:nvPr>
            <p:ph idx="2" type="body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38" name="Google Shape;2138;p75"/>
          <p:cNvSpPr txBox="1"/>
          <p:nvPr>
            <p:ph idx="3" type="body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39" name="Google Shape;2139;p75"/>
          <p:cNvSpPr txBox="1"/>
          <p:nvPr>
            <p:ph idx="4" type="body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40" name="Google Shape;2140;p75"/>
          <p:cNvSpPr/>
          <p:nvPr>
            <p:ph idx="5" type="pic"/>
          </p:nvPr>
        </p:nvSpPr>
        <p:spPr>
          <a:xfrm>
            <a:off x="7049625" y="15881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41" name="Google Shape;2141;p75"/>
          <p:cNvSpPr/>
          <p:nvPr>
            <p:ph idx="6" type="pic"/>
          </p:nvPr>
        </p:nvSpPr>
        <p:spPr>
          <a:xfrm>
            <a:off x="3915213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42" name="Google Shape;2142;p75"/>
          <p:cNvSpPr/>
          <p:nvPr>
            <p:ph idx="7" type="pic"/>
          </p:nvPr>
        </p:nvSpPr>
        <p:spPr>
          <a:xfrm>
            <a:off x="5490975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43" name="Google Shape;2143;p75"/>
          <p:cNvSpPr txBox="1"/>
          <p:nvPr>
            <p:ph idx="8" type="subTitle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144" name="Google Shape;2144;p75"/>
          <p:cNvSpPr txBox="1"/>
          <p:nvPr>
            <p:ph idx="9" type="subTitle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145" name="Google Shape;2145;p75"/>
          <p:cNvSpPr txBox="1"/>
          <p:nvPr>
            <p:ph idx="13" type="subTitle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146" name="Google Shape;2146;p75"/>
          <p:cNvSpPr txBox="1"/>
          <p:nvPr>
            <p:ph idx="14" type="body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147" name="Google Shape;2147;p75"/>
          <p:cNvSpPr txBox="1"/>
          <p:nvPr>
            <p:ph idx="15" type="body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48" name="Google Shape;2148;p75"/>
          <p:cNvSpPr txBox="1"/>
          <p:nvPr>
            <p:ph idx="16" type="body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49" name="Google Shape;2149;p7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100">
                <a:solidFill>
                  <a:schemeClr val="accent2"/>
                </a:solidFill>
              </a:defRPr>
            </a:lvl1pPr>
            <a:lvl2pPr lvl="1">
              <a:buNone/>
              <a:defRPr sz="1100">
                <a:solidFill>
                  <a:schemeClr val="accent2"/>
                </a:solidFill>
              </a:defRPr>
            </a:lvl2pPr>
            <a:lvl3pPr lvl="2">
              <a:buNone/>
              <a:defRPr sz="1100">
                <a:solidFill>
                  <a:schemeClr val="accent2"/>
                </a:solidFill>
              </a:defRPr>
            </a:lvl3pPr>
            <a:lvl4pPr lvl="3">
              <a:buNone/>
              <a:defRPr sz="1100">
                <a:solidFill>
                  <a:schemeClr val="accent2"/>
                </a:solidFill>
              </a:defRPr>
            </a:lvl4pPr>
            <a:lvl5pPr lvl="4">
              <a:buNone/>
              <a:defRPr sz="1100">
                <a:solidFill>
                  <a:schemeClr val="accent2"/>
                </a:solidFill>
              </a:defRPr>
            </a:lvl5pPr>
            <a:lvl6pPr lvl="5">
              <a:buNone/>
              <a:defRPr sz="1100">
                <a:solidFill>
                  <a:schemeClr val="accent2"/>
                </a:solidFill>
              </a:defRPr>
            </a:lvl6pPr>
            <a:lvl7pPr lvl="6">
              <a:buNone/>
              <a:defRPr sz="1100">
                <a:solidFill>
                  <a:schemeClr val="accent2"/>
                </a:solidFill>
              </a:defRPr>
            </a:lvl7pPr>
            <a:lvl8pPr lvl="7">
              <a:buNone/>
              <a:defRPr sz="1100">
                <a:solidFill>
                  <a:schemeClr val="accent2"/>
                </a:solidFill>
              </a:defRPr>
            </a:lvl8pPr>
            <a:lvl9pPr lvl="8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 + 5 Images">
  <p:cSld name="CUSTOM_6">
    <p:bg>
      <p:bgPr>
        <a:solidFill>
          <a:schemeClr val="accent6"/>
        </a:solidFill>
      </p:bgPr>
    </p:bg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p76"/>
          <p:cNvSpPr txBox="1"/>
          <p:nvPr>
            <p:ph idx="1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52" name="Google Shape;2152;p76"/>
          <p:cNvSpPr txBox="1"/>
          <p:nvPr>
            <p:ph idx="2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2153" name="Google Shape;2153;p76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4" name="Google Shape;2154;p76"/>
          <p:cNvSpPr/>
          <p:nvPr>
            <p:ph idx="3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55" name="Google Shape;2155;p76"/>
          <p:cNvSpPr/>
          <p:nvPr>
            <p:ph idx="4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56" name="Google Shape;2156;p76"/>
          <p:cNvSpPr/>
          <p:nvPr>
            <p:ph idx="5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57" name="Google Shape;2157;p76"/>
          <p:cNvSpPr/>
          <p:nvPr>
            <p:ph idx="6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58" name="Google Shape;2158;p76"/>
          <p:cNvSpPr/>
          <p:nvPr>
            <p:ph idx="7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59" name="Google Shape;2159;p76"/>
          <p:cNvSpPr txBox="1"/>
          <p:nvPr>
            <p:ph idx="8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160" name="Google Shape;2160;p76"/>
          <p:cNvSpPr txBox="1"/>
          <p:nvPr>
            <p:ph idx="9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61" name="Google Shape;2161;p76"/>
          <p:cNvSpPr txBox="1"/>
          <p:nvPr>
            <p:ph idx="13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62" name="Google Shape;2162;p76"/>
          <p:cNvSpPr txBox="1"/>
          <p:nvPr>
            <p:ph idx="14" type="body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63" name="Google Shape;2163;p76"/>
          <p:cNvSpPr txBox="1"/>
          <p:nvPr>
            <p:ph idx="15" type="body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64" name="Google Shape;2164;p76"/>
          <p:cNvSpPr txBox="1"/>
          <p:nvPr>
            <p:ph idx="16" type="body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65" name="Google Shape;2165;p76"/>
          <p:cNvSpPr txBox="1"/>
          <p:nvPr>
            <p:ph idx="17" type="body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66" name="Google Shape;2166;p76"/>
          <p:cNvSpPr txBox="1"/>
          <p:nvPr>
            <p:ph idx="18" type="body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67" name="Google Shape;2167;p76"/>
          <p:cNvSpPr txBox="1"/>
          <p:nvPr>
            <p:ph idx="19" type="body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68" name="Google Shape;2168;p76"/>
          <p:cNvSpPr txBox="1"/>
          <p:nvPr>
            <p:ph idx="20" type="body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69" name="Google Shape;2169;p7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100">
                <a:solidFill>
                  <a:schemeClr val="accent2"/>
                </a:solidFill>
              </a:defRPr>
            </a:lvl1pPr>
            <a:lvl2pPr lvl="1">
              <a:buNone/>
              <a:defRPr sz="1100">
                <a:solidFill>
                  <a:schemeClr val="accent2"/>
                </a:solidFill>
              </a:defRPr>
            </a:lvl2pPr>
            <a:lvl3pPr lvl="2">
              <a:buNone/>
              <a:defRPr sz="1100">
                <a:solidFill>
                  <a:schemeClr val="accent2"/>
                </a:solidFill>
              </a:defRPr>
            </a:lvl3pPr>
            <a:lvl4pPr lvl="3">
              <a:buNone/>
              <a:defRPr sz="1100">
                <a:solidFill>
                  <a:schemeClr val="accent2"/>
                </a:solidFill>
              </a:defRPr>
            </a:lvl4pPr>
            <a:lvl5pPr lvl="4">
              <a:buNone/>
              <a:defRPr sz="1100">
                <a:solidFill>
                  <a:schemeClr val="accent2"/>
                </a:solidFill>
              </a:defRPr>
            </a:lvl5pPr>
            <a:lvl6pPr lvl="5">
              <a:buNone/>
              <a:defRPr sz="1100">
                <a:solidFill>
                  <a:schemeClr val="accent2"/>
                </a:solidFill>
              </a:defRPr>
            </a:lvl6pPr>
            <a:lvl7pPr lvl="6">
              <a:buNone/>
              <a:defRPr sz="1100">
                <a:solidFill>
                  <a:schemeClr val="accent2"/>
                </a:solidFill>
              </a:defRPr>
            </a:lvl7pPr>
            <a:lvl8pPr lvl="7">
              <a:buNone/>
              <a:defRPr sz="1100">
                <a:solidFill>
                  <a:schemeClr val="accent2"/>
                </a:solidFill>
              </a:defRPr>
            </a:lvl8pPr>
            <a:lvl9pPr lvl="8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Graphic">
  <p:cSld name="CUSTOM_9">
    <p:bg>
      <p:bgPr>
        <a:solidFill>
          <a:schemeClr val="dk1"/>
        </a:solidFill>
      </p:bgPr>
    </p:bg>
    <p:spTree>
      <p:nvGrpSpPr>
        <p:cNvPr id="2170" name="Shape 2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1" name="Google Shape;2171;p77"/>
          <p:cNvSpPr txBox="1"/>
          <p:nvPr>
            <p:ph idx="1" type="body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172" name="Google Shape;2172;p77"/>
          <p:cNvSpPr txBox="1"/>
          <p:nvPr>
            <p:ph idx="2" type="body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173" name="Google Shape;2173;p7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100">
                <a:solidFill>
                  <a:schemeClr val="accent2"/>
                </a:solidFill>
              </a:defRPr>
            </a:lvl1pPr>
            <a:lvl2pPr lvl="1">
              <a:buNone/>
              <a:defRPr sz="1100">
                <a:solidFill>
                  <a:schemeClr val="accent2"/>
                </a:solidFill>
              </a:defRPr>
            </a:lvl2pPr>
            <a:lvl3pPr lvl="2">
              <a:buNone/>
              <a:defRPr sz="1100">
                <a:solidFill>
                  <a:schemeClr val="accent2"/>
                </a:solidFill>
              </a:defRPr>
            </a:lvl3pPr>
            <a:lvl4pPr lvl="3">
              <a:buNone/>
              <a:defRPr sz="1100">
                <a:solidFill>
                  <a:schemeClr val="accent2"/>
                </a:solidFill>
              </a:defRPr>
            </a:lvl4pPr>
            <a:lvl5pPr lvl="4">
              <a:buNone/>
              <a:defRPr sz="1100">
                <a:solidFill>
                  <a:schemeClr val="accent2"/>
                </a:solidFill>
              </a:defRPr>
            </a:lvl5pPr>
            <a:lvl6pPr lvl="5">
              <a:buNone/>
              <a:defRPr sz="1100">
                <a:solidFill>
                  <a:schemeClr val="accent2"/>
                </a:solidFill>
              </a:defRPr>
            </a:lvl6pPr>
            <a:lvl7pPr lvl="6">
              <a:buNone/>
              <a:defRPr sz="1100">
                <a:solidFill>
                  <a:schemeClr val="accent2"/>
                </a:solidFill>
              </a:defRPr>
            </a:lvl7pPr>
            <a:lvl8pPr lvl="7">
              <a:buNone/>
              <a:defRPr sz="1100">
                <a:solidFill>
                  <a:schemeClr val="accent2"/>
                </a:solidFill>
              </a:defRPr>
            </a:lvl8pPr>
            <a:lvl9pPr lvl="8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/ Graphic">
  <p:cSld name="CUSTOM_12">
    <p:bg>
      <p:bgPr>
        <a:solidFill>
          <a:schemeClr val="dk1"/>
        </a:solidFill>
      </p:bgPr>
    </p:bg>
    <p:spTree>
      <p:nvGrpSpPr>
        <p:cNvPr id="2174" name="Shape 2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5" name="Google Shape;2175;p78"/>
          <p:cNvSpPr txBox="1"/>
          <p:nvPr>
            <p:ph idx="1" type="body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176" name="Google Shape;2176;p78"/>
          <p:cNvSpPr txBox="1"/>
          <p:nvPr>
            <p:ph idx="2" type="subTitle"/>
          </p:nvPr>
        </p:nvSpPr>
        <p:spPr>
          <a:xfrm>
            <a:off x="466802" y="445100"/>
            <a:ext cx="24036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77" name="Google Shape;2177;p7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100">
                <a:solidFill>
                  <a:schemeClr val="accent2"/>
                </a:solidFill>
              </a:defRPr>
            </a:lvl1pPr>
            <a:lvl2pPr lvl="1">
              <a:buNone/>
              <a:defRPr sz="1100">
                <a:solidFill>
                  <a:schemeClr val="accent2"/>
                </a:solidFill>
              </a:defRPr>
            </a:lvl2pPr>
            <a:lvl3pPr lvl="2">
              <a:buNone/>
              <a:defRPr sz="1100">
                <a:solidFill>
                  <a:schemeClr val="accent2"/>
                </a:solidFill>
              </a:defRPr>
            </a:lvl3pPr>
            <a:lvl4pPr lvl="3">
              <a:buNone/>
              <a:defRPr sz="1100">
                <a:solidFill>
                  <a:schemeClr val="accent2"/>
                </a:solidFill>
              </a:defRPr>
            </a:lvl4pPr>
            <a:lvl5pPr lvl="4">
              <a:buNone/>
              <a:defRPr sz="1100">
                <a:solidFill>
                  <a:schemeClr val="accent2"/>
                </a:solidFill>
              </a:defRPr>
            </a:lvl5pPr>
            <a:lvl6pPr lvl="5">
              <a:buNone/>
              <a:defRPr sz="1100">
                <a:solidFill>
                  <a:schemeClr val="accent2"/>
                </a:solidFill>
              </a:defRPr>
            </a:lvl6pPr>
            <a:lvl7pPr lvl="6">
              <a:buNone/>
              <a:defRPr sz="1100">
                <a:solidFill>
                  <a:schemeClr val="accent2"/>
                </a:solidFill>
              </a:defRPr>
            </a:lvl7pPr>
            <a:lvl8pPr lvl="7">
              <a:buNone/>
              <a:defRPr sz="1100">
                <a:solidFill>
                  <a:schemeClr val="accent2"/>
                </a:solidFill>
              </a:defRPr>
            </a:lvl8pPr>
            <a:lvl9pPr lvl="8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1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73.xml"/><Relationship Id="rId41" Type="http://schemas.openxmlformats.org/officeDocument/2006/relationships/slideLayout" Target="../slideLayouts/slideLayout72.xml"/><Relationship Id="rId22" Type="http://schemas.openxmlformats.org/officeDocument/2006/relationships/slideLayout" Target="../slideLayouts/slideLayout53.xml"/><Relationship Id="rId44" Type="http://schemas.openxmlformats.org/officeDocument/2006/relationships/slideLayout" Target="../slideLayouts/slideLayout75.xml"/><Relationship Id="rId21" Type="http://schemas.openxmlformats.org/officeDocument/2006/relationships/slideLayout" Target="../slideLayouts/slideLayout52.xml"/><Relationship Id="rId43" Type="http://schemas.openxmlformats.org/officeDocument/2006/relationships/slideLayout" Target="../slideLayouts/slideLayout74.xml"/><Relationship Id="rId24" Type="http://schemas.openxmlformats.org/officeDocument/2006/relationships/slideLayout" Target="../slideLayouts/slideLayout55.xml"/><Relationship Id="rId46" Type="http://schemas.openxmlformats.org/officeDocument/2006/relationships/theme" Target="../theme/theme3.xml"/><Relationship Id="rId23" Type="http://schemas.openxmlformats.org/officeDocument/2006/relationships/slideLayout" Target="../slideLayouts/slideLayout54.xml"/><Relationship Id="rId45" Type="http://schemas.openxmlformats.org/officeDocument/2006/relationships/slideLayout" Target="../slideLayouts/slideLayout76.xml"/><Relationship Id="rId1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26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56.xml"/><Relationship Id="rId28" Type="http://schemas.openxmlformats.org/officeDocument/2006/relationships/slideLayout" Target="../slideLayouts/slideLayout59.xml"/><Relationship Id="rId27" Type="http://schemas.openxmlformats.org/officeDocument/2006/relationships/slideLayout" Target="../slideLayouts/slideLayout58.xml"/><Relationship Id="rId5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7.xml"/><Relationship Id="rId29" Type="http://schemas.openxmlformats.org/officeDocument/2006/relationships/slideLayout" Target="../slideLayouts/slideLayout60.xml"/><Relationship Id="rId7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9.xml"/><Relationship Id="rId31" Type="http://schemas.openxmlformats.org/officeDocument/2006/relationships/slideLayout" Target="../slideLayouts/slideLayout62.xml"/><Relationship Id="rId30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42.xml"/><Relationship Id="rId33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41.xml"/><Relationship Id="rId32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44.xml"/><Relationship Id="rId35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43.xml"/><Relationship Id="rId34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46.xml"/><Relationship Id="rId37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45.xml"/><Relationship Id="rId36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48.xml"/><Relationship Id="rId39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47.xml"/><Relationship Id="rId38" Type="http://schemas.openxmlformats.org/officeDocument/2006/relationships/slideLayout" Target="../slideLayouts/slideLayout69.xml"/><Relationship Id="rId19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57925"/>
            <a:ext cx="641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exend"/>
              <a:buNone/>
              <a:defRPr sz="4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1239450" y="2823325"/>
            <a:ext cx="3145800" cy="20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196">
          <p15:clr>
            <a:srgbClr val="E46962"/>
          </p15:clr>
        </p15:guide>
        <p15:guide id="7" orient="horz" pos="936">
          <p15:clr>
            <a:srgbClr val="E46962"/>
          </p15:clr>
        </p15:guide>
        <p15:guide id="8" orient="horz" pos="684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86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p33"/>
          <p:cNvSpPr txBox="1"/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sz="3600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9pPr>
          </a:lstStyle>
          <a:p/>
        </p:txBody>
      </p:sp>
      <p:sp>
        <p:nvSpPr>
          <p:cNvPr id="1863" name="Google Shape;1863;p33"/>
          <p:cNvSpPr txBox="1"/>
          <p:nvPr>
            <p:ph idx="1" type="body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864" name="Google Shape;1864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699" r:id="rId21"/>
    <p:sldLayoutId id="2147483700" r:id="rId22"/>
    <p:sldLayoutId id="2147483701" r:id="rId23"/>
    <p:sldLayoutId id="2147483702" r:id="rId24"/>
    <p:sldLayoutId id="2147483703" r:id="rId25"/>
    <p:sldLayoutId id="2147483704" r:id="rId26"/>
    <p:sldLayoutId id="2147483705" r:id="rId27"/>
    <p:sldLayoutId id="2147483706" r:id="rId28"/>
    <p:sldLayoutId id="2147483707" r:id="rId29"/>
    <p:sldLayoutId id="2147483708" r:id="rId30"/>
    <p:sldLayoutId id="2147483709" r:id="rId31"/>
    <p:sldLayoutId id="2147483710" r:id="rId32"/>
    <p:sldLayoutId id="2147483711" r:id="rId33"/>
    <p:sldLayoutId id="2147483712" r:id="rId34"/>
    <p:sldLayoutId id="2147483713" r:id="rId35"/>
    <p:sldLayoutId id="2147483714" r:id="rId36"/>
    <p:sldLayoutId id="2147483715" r:id="rId37"/>
    <p:sldLayoutId id="2147483716" r:id="rId38"/>
    <p:sldLayoutId id="2147483717" r:id="rId39"/>
    <p:sldLayoutId id="2147483718" r:id="rId40"/>
    <p:sldLayoutId id="2147483719" r:id="rId41"/>
    <p:sldLayoutId id="2147483720" r:id="rId42"/>
    <p:sldLayoutId id="2147483721" r:id="rId43"/>
    <p:sldLayoutId id="2147483722" r:id="rId44"/>
    <p:sldLayoutId id="214748372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Google Shape;2182;p79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Credit</a:t>
            </a:r>
            <a:r>
              <a:rPr lang="en"/>
              <a:t> Risk Analysis</a:t>
            </a:r>
            <a:endParaRPr/>
          </a:p>
        </p:txBody>
      </p:sp>
      <p:sp>
        <p:nvSpPr>
          <p:cNvPr id="2183" name="Google Shape;2183;p79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Benjamin 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7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p80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sp>
        <p:nvSpPr>
          <p:cNvPr id="2189" name="Google Shape;2189;p80"/>
          <p:cNvSpPr txBox="1"/>
          <p:nvPr>
            <p:ph idx="2" type="body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Default risk directly mitigates profits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Can we predict which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borrowers will default?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Which features are most predictive of default risk?</a:t>
            </a:r>
            <a:endParaRPr/>
          </a:p>
        </p:txBody>
      </p:sp>
      <p:sp>
        <p:nvSpPr>
          <p:cNvPr id="2190" name="Google Shape;2190;p80"/>
          <p:cNvSpPr txBox="1"/>
          <p:nvPr/>
        </p:nvSpPr>
        <p:spPr>
          <a:xfrm>
            <a:off x="5569975" y="4246325"/>
            <a:ext cx="17706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sz="7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191" name="Google Shape;2191;p80"/>
          <p:cNvSpPr/>
          <p:nvPr/>
        </p:nvSpPr>
        <p:spPr>
          <a:xfrm rot="444408">
            <a:off x="5635390" y="2500450"/>
            <a:ext cx="1505663" cy="1505327"/>
          </a:xfrm>
          <a:prstGeom prst="pie">
            <a:avLst>
              <a:gd fmla="val 15835664" name="adj1"/>
              <a:gd fmla="val 8625628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192" name="Google Shape;2192;p80"/>
          <p:cNvSpPr txBox="1"/>
          <p:nvPr/>
        </p:nvSpPr>
        <p:spPr>
          <a:xfrm>
            <a:off x="4853400" y="3115648"/>
            <a:ext cx="4794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SOCIAL </a:t>
            </a:r>
            <a:endParaRPr sz="7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22%</a:t>
            </a:r>
            <a:endParaRPr sz="7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193" name="Google Shape;2193;p80"/>
          <p:cNvSpPr txBox="1"/>
          <p:nvPr/>
        </p:nvSpPr>
        <p:spPr>
          <a:xfrm>
            <a:off x="4946100" y="2296298"/>
            <a:ext cx="3867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PAID</a:t>
            </a:r>
            <a:endParaRPr sz="7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10%</a:t>
            </a:r>
            <a:endParaRPr sz="7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194" name="Google Shape;2194;p80"/>
          <p:cNvSpPr txBox="1"/>
          <p:nvPr/>
        </p:nvSpPr>
        <p:spPr>
          <a:xfrm>
            <a:off x="7431500" y="3630102"/>
            <a:ext cx="6036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ORGANIC SEARCH</a:t>
            </a:r>
            <a:endParaRPr sz="7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70%</a:t>
            </a:r>
            <a:endParaRPr sz="7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195" name="Google Shape;2195;p80"/>
          <p:cNvSpPr txBox="1"/>
          <p:nvPr/>
        </p:nvSpPr>
        <p:spPr>
          <a:xfrm>
            <a:off x="7431500" y="2204873"/>
            <a:ext cx="6297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REFERRAL</a:t>
            </a:r>
            <a:endParaRPr sz="7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8%</a:t>
            </a:r>
            <a:endParaRPr sz="7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grpSp>
        <p:nvGrpSpPr>
          <p:cNvPr id="2196" name="Google Shape;2196;p80"/>
          <p:cNvGrpSpPr/>
          <p:nvPr/>
        </p:nvGrpSpPr>
        <p:grpSpPr>
          <a:xfrm>
            <a:off x="5338775" y="2493398"/>
            <a:ext cx="604475" cy="156050"/>
            <a:chOff x="5154775" y="2487625"/>
            <a:chExt cx="604475" cy="156050"/>
          </a:xfrm>
        </p:grpSpPr>
        <p:cxnSp>
          <p:nvCxnSpPr>
            <p:cNvPr id="2197" name="Google Shape;2197;p80"/>
            <p:cNvCxnSpPr/>
            <p:nvPr/>
          </p:nvCxnSpPr>
          <p:spPr>
            <a:xfrm rot="10800000">
              <a:off x="5154775" y="2487625"/>
              <a:ext cx="476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198" name="Google Shape;2198;p80"/>
            <p:cNvCxnSpPr/>
            <p:nvPr/>
          </p:nvCxnSpPr>
          <p:spPr>
            <a:xfrm rot="10800000">
              <a:off x="5635050" y="2487975"/>
              <a:ext cx="124200" cy="155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99" name="Google Shape;2199;p80"/>
          <p:cNvGrpSpPr/>
          <p:nvPr/>
        </p:nvGrpSpPr>
        <p:grpSpPr>
          <a:xfrm rot="10800000">
            <a:off x="6962150" y="3738548"/>
            <a:ext cx="469450" cy="138800"/>
            <a:chOff x="5241475" y="2487625"/>
            <a:chExt cx="469450" cy="138800"/>
          </a:xfrm>
        </p:grpSpPr>
        <p:cxnSp>
          <p:nvCxnSpPr>
            <p:cNvPr id="2200" name="Google Shape;2200;p80"/>
            <p:cNvCxnSpPr/>
            <p:nvPr/>
          </p:nvCxnSpPr>
          <p:spPr>
            <a:xfrm rot="10800000">
              <a:off x="5241475" y="2487625"/>
              <a:ext cx="389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201" name="Google Shape;2201;p80"/>
            <p:cNvCxnSpPr/>
            <p:nvPr/>
          </p:nvCxnSpPr>
          <p:spPr>
            <a:xfrm rot="10800000">
              <a:off x="5635025" y="2488125"/>
              <a:ext cx="75900" cy="138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202" name="Google Shape;2202;p80"/>
          <p:cNvCxnSpPr/>
          <p:nvPr/>
        </p:nvCxnSpPr>
        <p:spPr>
          <a:xfrm rot="10800000">
            <a:off x="5339139" y="3233702"/>
            <a:ext cx="30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2203" name="Google Shape;2203;p80"/>
          <p:cNvGrpSpPr/>
          <p:nvPr/>
        </p:nvGrpSpPr>
        <p:grpSpPr>
          <a:xfrm flipH="1">
            <a:off x="6287571" y="2352773"/>
            <a:ext cx="1148675" cy="156050"/>
            <a:chOff x="4610575" y="2487625"/>
            <a:chExt cx="1148675" cy="156050"/>
          </a:xfrm>
        </p:grpSpPr>
        <p:cxnSp>
          <p:nvCxnSpPr>
            <p:cNvPr id="2204" name="Google Shape;2204;p80"/>
            <p:cNvCxnSpPr/>
            <p:nvPr/>
          </p:nvCxnSpPr>
          <p:spPr>
            <a:xfrm rot="10800000">
              <a:off x="4610575" y="2487625"/>
              <a:ext cx="1020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205" name="Google Shape;2205;p80"/>
            <p:cNvCxnSpPr/>
            <p:nvPr/>
          </p:nvCxnSpPr>
          <p:spPr>
            <a:xfrm rot="10800000">
              <a:off x="5635050" y="2487975"/>
              <a:ext cx="124200" cy="155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2206" name="Google Shape;2206;p80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fmla="val 14147729" name="adj1"/>
              <a:gd fmla="val 1608409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207" name="Google Shape;2207;p80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fmla="val 12024010" name="adj1"/>
              <a:gd fmla="val 14391045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208" name="Google Shape;2208;p80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fmla="val 8241844" name="adj1"/>
              <a:gd fmla="val 12554936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209" name="Google Shape;2209;p8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10" name="Google Shape;2210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2500" y="1862775"/>
            <a:ext cx="4516025" cy="301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4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p81"/>
          <p:cNvSpPr txBox="1"/>
          <p:nvPr>
            <p:ph idx="1" type="subTitle"/>
          </p:nvPr>
        </p:nvSpPr>
        <p:spPr>
          <a:xfrm>
            <a:off x="480425" y="426875"/>
            <a:ext cx="5717100" cy="6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What factors predict defaults?</a:t>
            </a:r>
            <a:endParaRPr sz="2400"/>
          </a:p>
        </p:txBody>
      </p:sp>
      <p:sp>
        <p:nvSpPr>
          <p:cNvPr id="2216" name="Google Shape;2216;p81"/>
          <p:cNvSpPr txBox="1"/>
          <p:nvPr/>
        </p:nvSpPr>
        <p:spPr>
          <a:xfrm>
            <a:off x="5279375" y="1576474"/>
            <a:ext cx="3074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200"/>
              </a:spcAft>
              <a:buNone/>
            </a:pPr>
            <a:r>
              <a:rPr lang="en" sz="19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Income</a:t>
            </a:r>
            <a:endParaRPr sz="1900">
              <a:solidFill>
                <a:schemeClr val="lt1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sp>
        <p:nvSpPr>
          <p:cNvPr id="2217" name="Google Shape;2217;p81"/>
          <p:cNvSpPr txBox="1"/>
          <p:nvPr/>
        </p:nvSpPr>
        <p:spPr>
          <a:xfrm>
            <a:off x="5279375" y="3495400"/>
            <a:ext cx="3309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200"/>
              </a:spcAft>
              <a:buNone/>
            </a:pPr>
            <a:r>
              <a:rPr lang="en" sz="19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Loan Interest Rate</a:t>
            </a:r>
            <a:endParaRPr sz="1900">
              <a:solidFill>
                <a:schemeClr val="lt1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sp>
        <p:nvSpPr>
          <p:cNvPr id="2218" name="Google Shape;2218;p81"/>
          <p:cNvSpPr txBox="1"/>
          <p:nvPr/>
        </p:nvSpPr>
        <p:spPr>
          <a:xfrm>
            <a:off x="791175" y="1576475"/>
            <a:ext cx="30747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200"/>
              </a:spcAft>
              <a:buNone/>
            </a:pPr>
            <a:r>
              <a:rPr lang="en" sz="19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Loan/Income Ratio</a:t>
            </a:r>
            <a:endParaRPr sz="1900">
              <a:solidFill>
                <a:schemeClr val="lt1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sp>
        <p:nvSpPr>
          <p:cNvPr id="2219" name="Google Shape;2219;p81"/>
          <p:cNvSpPr txBox="1"/>
          <p:nvPr/>
        </p:nvSpPr>
        <p:spPr>
          <a:xfrm>
            <a:off x="791175" y="3495407"/>
            <a:ext cx="1860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200"/>
              </a:spcAft>
              <a:buNone/>
            </a:pPr>
            <a:r>
              <a:rPr lang="en" sz="19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Loan Grade</a:t>
            </a:r>
            <a:endParaRPr sz="1900">
              <a:solidFill>
                <a:schemeClr val="dk1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sp>
        <p:nvSpPr>
          <p:cNvPr id="2220" name="Google Shape;2220;p8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4" name="Shape 2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5" name="Google Shape;2225;p82"/>
          <p:cNvSpPr txBox="1"/>
          <p:nvPr>
            <p:ph type="title"/>
          </p:nvPr>
        </p:nvSpPr>
        <p:spPr>
          <a:xfrm>
            <a:off x="697350" y="3071825"/>
            <a:ext cx="7749300" cy="8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sp>
        <p:nvSpPr>
          <p:cNvPr id="2226" name="Google Shape;2226;p82"/>
          <p:cNvSpPr txBox="1"/>
          <p:nvPr>
            <p:ph idx="2" type="title"/>
          </p:nvPr>
        </p:nvSpPr>
        <p:spPr>
          <a:xfrm>
            <a:off x="3278250" y="1194450"/>
            <a:ext cx="2587500" cy="18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0" name="Shape 2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1" name="Google Shape;2231;p83"/>
          <p:cNvSpPr txBox="1"/>
          <p:nvPr>
            <p:ph idx="2" type="subTitle"/>
          </p:nvPr>
        </p:nvSpPr>
        <p:spPr>
          <a:xfrm>
            <a:off x="466800" y="445100"/>
            <a:ext cx="7039800" cy="9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Loan Status Distribution</a:t>
            </a:r>
            <a:endParaRPr sz="2500"/>
          </a:p>
        </p:txBody>
      </p:sp>
      <p:sp>
        <p:nvSpPr>
          <p:cNvPr id="2232" name="Google Shape;2232;p8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33" name="Google Shape;2233;p83"/>
          <p:cNvPicPr preferRelativeResize="0"/>
          <p:nvPr/>
        </p:nvPicPr>
        <p:blipFill rotWithShape="1">
          <a:blip r:embed="rId3">
            <a:alphaModFix/>
          </a:blip>
          <a:srcRect b="0" l="0" r="0" t="9901"/>
          <a:stretch/>
        </p:blipFill>
        <p:spPr>
          <a:xfrm>
            <a:off x="2318775" y="1188500"/>
            <a:ext cx="4037350" cy="363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7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p84"/>
          <p:cNvSpPr txBox="1"/>
          <p:nvPr>
            <p:ph idx="2" type="subTitle"/>
          </p:nvPr>
        </p:nvSpPr>
        <p:spPr>
          <a:xfrm>
            <a:off x="466800" y="445100"/>
            <a:ext cx="7039800" cy="9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Correlation Heatmap</a:t>
            </a:r>
            <a:endParaRPr sz="2500"/>
          </a:p>
        </p:txBody>
      </p:sp>
      <p:sp>
        <p:nvSpPr>
          <p:cNvPr id="2239" name="Google Shape;2239;p8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40" name="Google Shape;2240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325" y="1130775"/>
            <a:ext cx="7447350" cy="365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4" name="Shape 2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5" name="Google Shape;2245;p85"/>
          <p:cNvSpPr txBox="1"/>
          <p:nvPr>
            <p:ph type="title"/>
          </p:nvPr>
        </p:nvSpPr>
        <p:spPr>
          <a:xfrm>
            <a:off x="697350" y="3087700"/>
            <a:ext cx="7749300" cy="8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</a:t>
            </a:r>
            <a:endParaRPr/>
          </a:p>
        </p:txBody>
      </p:sp>
      <p:sp>
        <p:nvSpPr>
          <p:cNvPr id="2246" name="Google Shape;2246;p85"/>
          <p:cNvSpPr txBox="1"/>
          <p:nvPr>
            <p:ph idx="2" type="title"/>
          </p:nvPr>
        </p:nvSpPr>
        <p:spPr>
          <a:xfrm>
            <a:off x="3278250" y="1194450"/>
            <a:ext cx="2587500" cy="18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50" name="Shape 2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1" name="Google Shape;2251;p8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Models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52" name="Google Shape;2252;p86"/>
          <p:cNvSpPr txBox="1"/>
          <p:nvPr>
            <p:ph idx="1" type="body"/>
          </p:nvPr>
        </p:nvSpPr>
        <p:spPr>
          <a:xfrm>
            <a:off x="479675" y="1953713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>
                <a:solidFill>
                  <a:schemeClr val="lt1"/>
                </a:solidFill>
              </a:rPr>
              <a:t>StandardScaler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>
                <a:solidFill>
                  <a:schemeClr val="lt1"/>
                </a:solidFill>
              </a:rPr>
              <a:t>SelectKBest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>
                <a:solidFill>
                  <a:schemeClr val="lt1"/>
                </a:solidFill>
              </a:rPr>
              <a:t>LinearRegression object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53" name="Google Shape;2253;p86"/>
          <p:cNvSpPr txBox="1"/>
          <p:nvPr>
            <p:ph idx="2" type="body"/>
          </p:nvPr>
        </p:nvSpPr>
        <p:spPr>
          <a:xfrm>
            <a:off x="5044525" y="1953713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>
                <a:solidFill>
                  <a:schemeClr val="lt1"/>
                </a:solidFill>
              </a:rPr>
              <a:t>SelectKBest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>
                <a:solidFill>
                  <a:schemeClr val="lt1"/>
                </a:solidFill>
              </a:rPr>
              <a:t>RandomForest object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54" name="Google Shape;2254;p8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Logistic Regression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55" name="Google Shape;2255;p8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Random Forest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9" name="Shape 2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0" name="Google Shape;2260;p87"/>
          <p:cNvSpPr txBox="1"/>
          <p:nvPr>
            <p:ph idx="2" type="subTitle"/>
          </p:nvPr>
        </p:nvSpPr>
        <p:spPr>
          <a:xfrm>
            <a:off x="230800" y="1931425"/>
            <a:ext cx="2296200" cy="15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Important Features</a:t>
            </a:r>
            <a:endParaRPr sz="2500"/>
          </a:p>
        </p:txBody>
      </p:sp>
      <p:sp>
        <p:nvSpPr>
          <p:cNvPr id="2261" name="Google Shape;2261;p8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62" name="Google Shape;2262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6675" y="135201"/>
            <a:ext cx="6093862" cy="487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6" name="Shape 2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7" name="Google Shape;2267;p88"/>
          <p:cNvSpPr txBox="1"/>
          <p:nvPr>
            <p:ph idx="2" type="subTitle"/>
          </p:nvPr>
        </p:nvSpPr>
        <p:spPr>
          <a:xfrm>
            <a:off x="466800" y="445100"/>
            <a:ext cx="7039800" cy="9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Data Quantity Evaluation</a:t>
            </a:r>
            <a:endParaRPr sz="2500"/>
          </a:p>
        </p:txBody>
      </p:sp>
      <p:sp>
        <p:nvSpPr>
          <p:cNvPr id="2268" name="Google Shape;2268;p8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69" name="Google Shape;2269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000" y="1021075"/>
            <a:ext cx="7039800" cy="3826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3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p89"/>
          <p:cNvSpPr txBox="1"/>
          <p:nvPr>
            <p:ph type="title"/>
          </p:nvPr>
        </p:nvSpPr>
        <p:spPr>
          <a:xfrm>
            <a:off x="697350" y="3063750"/>
            <a:ext cx="7749300" cy="88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2275" name="Google Shape;2275;p89"/>
          <p:cNvSpPr txBox="1"/>
          <p:nvPr>
            <p:ph idx="2" type="title"/>
          </p:nvPr>
        </p:nvSpPr>
        <p:spPr>
          <a:xfrm>
            <a:off x="3278250" y="1194450"/>
            <a:ext cx="2587500" cy="18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79" name="Shape 2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0" name="Google Shape;2280;p9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Model Comparison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81" name="Google Shape;2281;p90"/>
          <p:cNvSpPr txBox="1"/>
          <p:nvPr>
            <p:ph idx="1" type="body"/>
          </p:nvPr>
        </p:nvSpPr>
        <p:spPr>
          <a:xfrm>
            <a:off x="483150" y="193593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>
                <a:solidFill>
                  <a:schemeClr val="lt1"/>
                </a:solidFill>
              </a:rPr>
              <a:t>Accuracy: 0.849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>
                <a:solidFill>
                  <a:schemeClr val="lt1"/>
                </a:solidFill>
              </a:rPr>
              <a:t>Precision: 0.731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>
                <a:solidFill>
                  <a:schemeClr val="lt1"/>
                </a:solidFill>
              </a:rPr>
              <a:t>Recall: 0.512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>
                <a:solidFill>
                  <a:schemeClr val="lt1"/>
                </a:solidFill>
              </a:rPr>
              <a:t>F1 Score: 0.602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>
                <a:solidFill>
                  <a:schemeClr val="lt1"/>
                </a:solidFill>
              </a:rPr>
              <a:t>ROC-AUC: 0.867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82" name="Google Shape;2282;p90"/>
          <p:cNvSpPr txBox="1"/>
          <p:nvPr>
            <p:ph idx="2" type="body"/>
          </p:nvPr>
        </p:nvSpPr>
        <p:spPr>
          <a:xfrm>
            <a:off x="5048000" y="193593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>
                <a:solidFill>
                  <a:schemeClr val="lt1"/>
                </a:solidFill>
              </a:rPr>
              <a:t>Accuracy: 0.935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>
                <a:solidFill>
                  <a:schemeClr val="lt1"/>
                </a:solidFill>
              </a:rPr>
              <a:t>Precision: 0.97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>
                <a:solidFill>
                  <a:schemeClr val="lt1"/>
                </a:solidFill>
              </a:rPr>
              <a:t>Recall: 0.73</a:t>
            </a:r>
            <a:r>
              <a:rPr lang="en">
                <a:solidFill>
                  <a:schemeClr val="lt1"/>
                </a:solidFill>
              </a:rPr>
              <a:t>2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>
                <a:solidFill>
                  <a:schemeClr val="lt1"/>
                </a:solidFill>
              </a:rPr>
              <a:t>F1 Score: 0.835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>
                <a:solidFill>
                  <a:schemeClr val="lt1"/>
                </a:solidFill>
              </a:rPr>
              <a:t>ROC-AUC: 0.938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83" name="Google Shape;2283;p9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Logistic Regression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84" name="Google Shape;2284;p9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Random Forest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88" name="Shape 2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9" name="Google Shape;2289;p91"/>
          <p:cNvSpPr txBox="1"/>
          <p:nvPr>
            <p:ph type="title"/>
          </p:nvPr>
        </p:nvSpPr>
        <p:spPr>
          <a:xfrm>
            <a:off x="147725" y="1909650"/>
            <a:ext cx="4066200" cy="13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</a:rPr>
              <a:t>Hyperparameters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2290" name="Google Shape;2290;p9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bootstrap: False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91" name="Google Shape;2291;p9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max_depth: 19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92" name="Google Shape;2292;p9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n_estimators: 209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93" name="Google Shape;2293;p9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min_samples_leaf: 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94" name="Google Shape;2294;p9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n_features: 17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95" name="Google Shape;2295;p9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min_samples_split: 6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99" name="Shape 2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0" name="Google Shape;2300;p92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Create risk mitigation for borderline cases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Develop risk-based pricing strategies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Deploy Random Forest model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Test different models such as gradient boosting or naive bayes</a:t>
            </a:r>
            <a:endParaRPr sz="1900"/>
          </a:p>
        </p:txBody>
      </p:sp>
      <p:sp>
        <p:nvSpPr>
          <p:cNvPr id="2301" name="Google Shape;2301;p92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Further Research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t To Know Me">
  <a:themeElements>
    <a:clrScheme name="Simple Light">
      <a:dk1>
        <a:srgbClr val="000000"/>
      </a:dk1>
      <a:lt1>
        <a:srgbClr val="4F4F4F"/>
      </a:lt1>
      <a:dk2>
        <a:srgbClr val="E7E7E7"/>
      </a:dk2>
      <a:lt2>
        <a:srgbClr val="FFFFFF"/>
      </a:lt2>
      <a:accent1>
        <a:srgbClr val="F4F2F2"/>
      </a:accent1>
      <a:accent2>
        <a:srgbClr val="119BFE"/>
      </a:accent2>
      <a:accent3>
        <a:srgbClr val="FF6B4D"/>
      </a:accent3>
      <a:accent4>
        <a:srgbClr val="28C840"/>
      </a:accent4>
      <a:accent5>
        <a:srgbClr val="FFC600"/>
      </a:accent5>
      <a:accent6>
        <a:srgbClr val="CCCCCC"/>
      </a:accent6>
      <a:hlink>
        <a:srgbClr val="E2AFD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